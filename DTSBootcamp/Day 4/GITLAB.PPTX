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s/slide1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5.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handoutMasters/handoutMaster1.xml" ContentType="application/vnd.openxmlformats-officedocument.presentationml.handoutMaster+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15" r:id="rId1"/>
  </p:sldMasterIdLst>
  <p:notesMasterIdLst>
    <p:notesMasterId r:id="rId17"/>
  </p:notesMasterIdLst>
  <p:handoutMasterIdLst>
    <p:handoutMasterId r:id="rId18"/>
  </p:handoutMasterIdLst>
  <p:sldIdLst>
    <p:sldId id="327" r:id="rId2"/>
    <p:sldId id="326" r:id="rId3"/>
    <p:sldId id="334" r:id="rId4"/>
    <p:sldId id="339" r:id="rId5"/>
    <p:sldId id="340" r:id="rId6"/>
    <p:sldId id="341" r:id="rId7"/>
    <p:sldId id="342" r:id="rId8"/>
    <p:sldId id="343" r:id="rId9"/>
    <p:sldId id="337" r:id="rId10"/>
    <p:sldId id="336" r:id="rId11"/>
    <p:sldId id="338" r:id="rId12"/>
    <p:sldId id="335" r:id="rId13"/>
    <p:sldId id="329" r:id="rId14"/>
    <p:sldId id="331" r:id="rId15"/>
    <p:sldId id="344" r:id="rId16"/>
  </p:sldIdLst>
  <p:sldSz cx="12192000" cy="6858000"/>
  <p:notesSz cx="6858000" cy="9144000"/>
  <p:embeddedFontLst>
    <p:embeddedFont>
      <p:font typeface="Graphik Black" panose="020B0A03030202060203" pitchFamily="34" charset="0"/>
      <p:bold r:id="rId19"/>
      <p:boldItalic r:id="rId20"/>
    </p:embeddedFont>
    <p:embeddedFont>
      <p:font typeface="Graphik" panose="020B0503030202060203" pitchFamily="34" charset="0"/>
      <p:regular r:id="rId21"/>
      <p:bold r:id="rId22"/>
      <p:italic r:id="rId23"/>
      <p:bold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5040" userDrawn="1">
          <p15:clr>
            <a:srgbClr val="A4A3A4"/>
          </p15:clr>
        </p15:guide>
        <p15:guide id="3" pos="2640" userDrawn="1">
          <p15:clr>
            <a:srgbClr val="A4A3A4"/>
          </p15:clr>
        </p15:guide>
        <p15:guide id="4"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D8D8"/>
    <a:srgbClr val="00A400"/>
    <a:srgbClr val="460098"/>
    <a:srgbClr val="BC00FF"/>
    <a:srgbClr val="E4E4E4"/>
    <a:srgbClr val="F4F4F4"/>
    <a:srgbClr val="940008"/>
    <a:srgbClr val="FF0000"/>
    <a:srgbClr val="70E6E1"/>
    <a:srgbClr val="FFCCCC"/>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09" autoAdjust="0"/>
    <p:restoredTop sz="85108" autoAdjust="0"/>
  </p:normalViewPr>
  <p:slideViewPr>
    <p:cSldViewPr>
      <p:cViewPr varScale="1">
        <p:scale>
          <a:sx n="84" d="100"/>
          <a:sy n="84" d="100"/>
        </p:scale>
        <p:origin x="114" y="594"/>
      </p:cViewPr>
      <p:guideLst>
        <p:guide pos="5040"/>
        <p:guide pos="2640"/>
        <p:guide orient="horz" pos="2160"/>
      </p:guideLst>
    </p:cSldViewPr>
  </p:slideViewPr>
  <p:notesTextViewPr>
    <p:cViewPr>
      <p:scale>
        <a:sx n="1" d="1"/>
        <a:sy n="1" d="1"/>
      </p:scale>
      <p:origin x="0" y="0"/>
    </p:cViewPr>
  </p:notesTextViewPr>
  <p:sorterViewPr>
    <p:cViewPr varScale="1">
      <p:scale>
        <a:sx n="1" d="1"/>
        <a:sy n="1" d="1"/>
      </p:scale>
      <p:origin x="0" y="0"/>
    </p:cViewPr>
  </p:sorterViewPr>
  <p:notesViewPr>
    <p:cSldViewPr>
      <p:cViewPr varScale="1">
        <p:scale>
          <a:sx n="50" d="100"/>
          <a:sy n="50" d="100"/>
        </p:scale>
        <p:origin x="2574" y="18"/>
      </p:cViewPr>
      <p:guideLst/>
    </p:cSldViewPr>
  </p:notesViewPr>
  <p:gridSpacing cx="36576" cy="36576"/>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 Id="rId30" Type="http://schemas.openxmlformats.org/officeDocument/2006/relationships/customXml" Target="../customXml/item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BD7333-DD87-4773-BED3-E2892A4094EE}" type="datetimeFigureOut">
              <a:rPr lang="en-US" smtClean="0"/>
              <a:t>10/23/2017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A0E21C-7E3E-40C1-A5B4-152F0F11E190}" type="slidenum">
              <a:rPr lang="en-US" smtClean="0"/>
              <a:t>‹#›</a:t>
            </a:fld>
            <a:endParaRPr lang="en-US" dirty="0"/>
          </a:p>
        </p:txBody>
      </p:sp>
    </p:spTree>
    <p:extLst>
      <p:ext uri="{BB962C8B-B14F-4D97-AF65-F5344CB8AC3E}">
        <p14:creationId xmlns:p14="http://schemas.microsoft.com/office/powerpoint/2010/main" val="16350446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9D084F-DC83-4EB0-8CED-52E9AA3ECA1C}" type="datetimeFigureOut">
              <a:rPr lang="en-US" smtClean="0"/>
              <a:t>10/23/2017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157E0A-F321-48DC-AF94-681D4DCF344D}" type="slidenum">
              <a:rPr lang="en-US" smtClean="0"/>
              <a:t>‹#›</a:t>
            </a:fld>
            <a:endParaRPr lang="en-US" dirty="0"/>
          </a:p>
        </p:txBody>
      </p:sp>
    </p:spTree>
    <p:extLst>
      <p:ext uri="{BB962C8B-B14F-4D97-AF65-F5344CB8AC3E}">
        <p14:creationId xmlns:p14="http://schemas.microsoft.com/office/powerpoint/2010/main" val="3796904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Master: Dark">
    <p:bg>
      <p:bgPr>
        <a:gradFill flip="none" rotWithShape="1">
          <a:gsLst>
            <a:gs pos="48000">
              <a:srgbClr val="F4F4F4"/>
            </a:gs>
            <a:gs pos="100000">
              <a:srgbClr val="E4E4E4"/>
            </a:gs>
          </a:gsLst>
          <a:lin ang="5400000" scaled="0"/>
          <a:tileRect/>
        </a:gradFill>
        <a:effectLst/>
      </p:bgPr>
    </p:bg>
    <p:spTree>
      <p:nvGrpSpPr>
        <p:cNvPr id="1" name=""/>
        <p:cNvGrpSpPr/>
        <p:nvPr/>
      </p:nvGrpSpPr>
      <p:grpSpPr>
        <a:xfrm>
          <a:off x="0" y="0"/>
          <a:ext cx="0" cy="0"/>
          <a:chOff x="0" y="0"/>
          <a:chExt cx="0" cy="0"/>
        </a:xfrm>
      </p:grpSpPr>
      <p:pic>
        <p:nvPicPr>
          <p:cNvPr id="2050" name="Picture 2" descr="Image result for circuit hardware"/>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a:stretch/>
        </p:blipFill>
        <p:spPr bwMode="auto">
          <a:xfrm>
            <a:off x="-35668" y="-1"/>
            <a:ext cx="12227668"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userDrawn="1"/>
        </p:nvSpPr>
        <p:spPr>
          <a:xfrm>
            <a:off x="-35668" y="0"/>
            <a:ext cx="12227668" cy="6858000"/>
          </a:xfrm>
          <a:prstGeom prst="rect">
            <a:avLst/>
          </a:prstGeom>
          <a:gradFill>
            <a:gsLst>
              <a:gs pos="28000">
                <a:schemeClr val="bg1">
                  <a:alpha val="67000"/>
                </a:schemeClr>
              </a:gs>
              <a:gs pos="67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0" name="Group 4"/>
          <p:cNvGrpSpPr>
            <a:grpSpLocks noChangeAspect="1"/>
          </p:cNvGrpSpPr>
          <p:nvPr userDrawn="1"/>
        </p:nvGrpSpPr>
        <p:grpSpPr bwMode="auto">
          <a:xfrm>
            <a:off x="10090370" y="442495"/>
            <a:ext cx="1749397" cy="462761"/>
            <a:chOff x="243" y="1559"/>
            <a:chExt cx="1308" cy="346"/>
          </a:xfrm>
        </p:grpSpPr>
        <p:sp>
          <p:nvSpPr>
            <p:cNvPr id="11" name="Freeform 6"/>
            <p:cNvSpPr>
              <a:spLocks/>
            </p:cNvSpPr>
            <p:nvPr/>
          </p:nvSpPr>
          <p:spPr bwMode="auto">
            <a:xfrm>
              <a:off x="1005" y="1559"/>
              <a:ext cx="129" cy="137"/>
            </a:xfrm>
            <a:custGeom>
              <a:avLst/>
              <a:gdLst>
                <a:gd name="T0" fmla="*/ 0 w 387"/>
                <a:gd name="T1" fmla="*/ 0 h 411"/>
                <a:gd name="T2" fmla="*/ 387 w 387"/>
                <a:gd name="T3" fmla="*/ 157 h 411"/>
                <a:gd name="T4" fmla="*/ 387 w 387"/>
                <a:gd name="T5" fmla="*/ 254 h 411"/>
                <a:gd name="T6" fmla="*/ 0 w 387"/>
                <a:gd name="T7" fmla="*/ 411 h 411"/>
                <a:gd name="T8" fmla="*/ 0 w 387"/>
                <a:gd name="T9" fmla="*/ 290 h 411"/>
                <a:gd name="T10" fmla="*/ 226 w 387"/>
                <a:gd name="T11" fmla="*/ 206 h 411"/>
                <a:gd name="T12" fmla="*/ 0 w 387"/>
                <a:gd name="T13" fmla="*/ 117 h 411"/>
                <a:gd name="T14" fmla="*/ 0 w 387"/>
                <a:gd name="T15" fmla="*/ 0 h 4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7" h="411">
                  <a:moveTo>
                    <a:pt x="0" y="0"/>
                  </a:moveTo>
                  <a:lnTo>
                    <a:pt x="387" y="157"/>
                  </a:lnTo>
                  <a:lnTo>
                    <a:pt x="387" y="254"/>
                  </a:lnTo>
                  <a:lnTo>
                    <a:pt x="0" y="411"/>
                  </a:lnTo>
                  <a:lnTo>
                    <a:pt x="0" y="290"/>
                  </a:lnTo>
                  <a:lnTo>
                    <a:pt x="226" y="206"/>
                  </a:lnTo>
                  <a:lnTo>
                    <a:pt x="0" y="117"/>
                  </a:lnTo>
                  <a:lnTo>
                    <a:pt x="0" y="0"/>
                  </a:lnTo>
                  <a:close/>
                </a:path>
              </a:pathLst>
            </a:custGeom>
            <a:solidFill>
              <a:srgbClr val="00D700"/>
            </a:solidFill>
            <a:ln w="0">
              <a:noFill/>
              <a:prstDash val="solid"/>
              <a:round/>
              <a:headEnd/>
              <a:tailEnd/>
            </a:ln>
          </p:spPr>
          <p:txBody>
            <a:bodyPr vert="horz" wrap="square" lIns="56650" tIns="28325" rIns="56650" bIns="28325" numCol="1" anchor="t" anchorCtr="0" compatLnSpc="1">
              <a:prstTxWarp prst="textNoShape">
                <a:avLst/>
              </a:prstTxWarp>
            </a:bodyPr>
            <a:lstStyle/>
            <a:p>
              <a:pPr defTabSz="566471"/>
              <a:endParaRPr lang="en-US" sz="1115" kern="0" dirty="0">
                <a:solidFill>
                  <a:sysClr val="windowText" lastClr="000000"/>
                </a:solidFill>
              </a:endParaRPr>
            </a:p>
          </p:txBody>
        </p:sp>
        <p:sp>
          <p:nvSpPr>
            <p:cNvPr id="12" name="Freeform 7"/>
            <p:cNvSpPr>
              <a:spLocks noEditPoints="1"/>
            </p:cNvSpPr>
            <p:nvPr/>
          </p:nvSpPr>
          <p:spPr bwMode="auto">
            <a:xfrm>
              <a:off x="243" y="1704"/>
              <a:ext cx="1308" cy="201"/>
            </a:xfrm>
            <a:custGeom>
              <a:avLst/>
              <a:gdLst>
                <a:gd name="T0" fmla="*/ 127 w 3923"/>
                <a:gd name="T1" fmla="*/ 475 h 602"/>
                <a:gd name="T2" fmla="*/ 251 w 3923"/>
                <a:gd name="T3" fmla="*/ 489 h 602"/>
                <a:gd name="T4" fmla="*/ 3668 w 3923"/>
                <a:gd name="T5" fmla="*/ 231 h 602"/>
                <a:gd name="T6" fmla="*/ 3770 w 3923"/>
                <a:gd name="T7" fmla="*/ 234 h 602"/>
                <a:gd name="T8" fmla="*/ 1553 w 3923"/>
                <a:gd name="T9" fmla="*/ 261 h 602"/>
                <a:gd name="T10" fmla="*/ 1645 w 3923"/>
                <a:gd name="T11" fmla="*/ 218 h 602"/>
                <a:gd name="T12" fmla="*/ 2880 w 3923"/>
                <a:gd name="T13" fmla="*/ 500 h 602"/>
                <a:gd name="T14" fmla="*/ 2980 w 3923"/>
                <a:gd name="T15" fmla="*/ 138 h 602"/>
                <a:gd name="T16" fmla="*/ 2900 w 3923"/>
                <a:gd name="T17" fmla="*/ 594 h 602"/>
                <a:gd name="T18" fmla="*/ 2716 w 3923"/>
                <a:gd name="T19" fmla="*/ 508 h 602"/>
                <a:gd name="T20" fmla="*/ 3360 w 3923"/>
                <a:gd name="T21" fmla="*/ 279 h 602"/>
                <a:gd name="T22" fmla="*/ 3324 w 3923"/>
                <a:gd name="T23" fmla="*/ 220 h 602"/>
                <a:gd name="T24" fmla="*/ 3775 w 3923"/>
                <a:gd name="T25" fmla="*/ 134 h 602"/>
                <a:gd name="T26" fmla="*/ 3923 w 3923"/>
                <a:gd name="T27" fmla="*/ 342 h 602"/>
                <a:gd name="T28" fmla="*/ 3703 w 3923"/>
                <a:gd name="T29" fmla="*/ 508 h 602"/>
                <a:gd name="T30" fmla="*/ 3916 w 3923"/>
                <a:gd name="T31" fmla="*/ 478 h 602"/>
                <a:gd name="T32" fmla="*/ 3685 w 3923"/>
                <a:gd name="T33" fmla="*/ 600 h 602"/>
                <a:gd name="T34" fmla="*/ 3502 w 3923"/>
                <a:gd name="T35" fmla="*/ 411 h 602"/>
                <a:gd name="T36" fmla="*/ 3597 w 3923"/>
                <a:gd name="T37" fmla="*/ 160 h 602"/>
                <a:gd name="T38" fmla="*/ 2261 w 3923"/>
                <a:gd name="T39" fmla="*/ 158 h 602"/>
                <a:gd name="T40" fmla="*/ 2180 w 3923"/>
                <a:gd name="T41" fmla="*/ 283 h 602"/>
                <a:gd name="T42" fmla="*/ 2052 w 3923"/>
                <a:gd name="T43" fmla="*/ 258 h 602"/>
                <a:gd name="T44" fmla="*/ 2045 w 3923"/>
                <a:gd name="T45" fmla="*/ 188 h 602"/>
                <a:gd name="T46" fmla="*/ 1682 w 3923"/>
                <a:gd name="T47" fmla="*/ 134 h 602"/>
                <a:gd name="T48" fmla="*/ 1830 w 3923"/>
                <a:gd name="T49" fmla="*/ 342 h 602"/>
                <a:gd name="T50" fmla="*/ 1610 w 3923"/>
                <a:gd name="T51" fmla="*/ 508 h 602"/>
                <a:gd name="T52" fmla="*/ 1823 w 3923"/>
                <a:gd name="T53" fmla="*/ 478 h 602"/>
                <a:gd name="T54" fmla="*/ 1594 w 3923"/>
                <a:gd name="T55" fmla="*/ 600 h 602"/>
                <a:gd name="T56" fmla="*/ 1410 w 3923"/>
                <a:gd name="T57" fmla="*/ 411 h 602"/>
                <a:gd name="T58" fmla="*/ 1505 w 3923"/>
                <a:gd name="T59" fmla="*/ 160 h 602"/>
                <a:gd name="T60" fmla="*/ 1265 w 3923"/>
                <a:gd name="T61" fmla="*/ 154 h 602"/>
                <a:gd name="T62" fmla="*/ 1218 w 3923"/>
                <a:gd name="T63" fmla="*/ 260 h 602"/>
                <a:gd name="T64" fmla="*/ 1081 w 3923"/>
                <a:gd name="T65" fmla="*/ 277 h 602"/>
                <a:gd name="T66" fmla="*/ 1103 w 3923"/>
                <a:gd name="T67" fmla="*/ 488 h 602"/>
                <a:gd name="T68" fmla="*/ 1240 w 3923"/>
                <a:gd name="T69" fmla="*/ 424 h 602"/>
                <a:gd name="T70" fmla="*/ 1192 w 3923"/>
                <a:gd name="T71" fmla="*/ 598 h 602"/>
                <a:gd name="T72" fmla="*/ 957 w 3923"/>
                <a:gd name="T73" fmla="*/ 478 h 602"/>
                <a:gd name="T74" fmla="*/ 990 w 3923"/>
                <a:gd name="T75" fmla="*/ 199 h 602"/>
                <a:gd name="T76" fmla="*/ 743 w 3923"/>
                <a:gd name="T77" fmla="*/ 134 h 602"/>
                <a:gd name="T78" fmla="*/ 761 w 3923"/>
                <a:gd name="T79" fmla="*/ 300 h 602"/>
                <a:gd name="T80" fmla="*/ 634 w 3923"/>
                <a:gd name="T81" fmla="*/ 244 h 602"/>
                <a:gd name="T82" fmla="*/ 609 w 3923"/>
                <a:gd name="T83" fmla="*/ 456 h 602"/>
                <a:gd name="T84" fmla="*/ 755 w 3923"/>
                <a:gd name="T85" fmla="*/ 468 h 602"/>
                <a:gd name="T86" fmla="*/ 787 w 3923"/>
                <a:gd name="T87" fmla="*/ 579 h 602"/>
                <a:gd name="T88" fmla="*/ 517 w 3923"/>
                <a:gd name="T89" fmla="*/ 532 h 602"/>
                <a:gd name="T90" fmla="*/ 486 w 3923"/>
                <a:gd name="T91" fmla="*/ 254 h 602"/>
                <a:gd name="T92" fmla="*/ 209 w 3923"/>
                <a:gd name="T93" fmla="*/ 128 h 602"/>
                <a:gd name="T94" fmla="*/ 394 w 3923"/>
                <a:gd name="T95" fmla="*/ 256 h 602"/>
                <a:gd name="T96" fmla="*/ 178 w 3923"/>
                <a:gd name="T97" fmla="*/ 600 h 602"/>
                <a:gd name="T98" fmla="*/ 2 w 3923"/>
                <a:gd name="T99" fmla="*/ 496 h 602"/>
                <a:gd name="T100" fmla="*/ 98 w 3923"/>
                <a:gd name="T101" fmla="*/ 331 h 602"/>
                <a:gd name="T102" fmla="*/ 254 w 3923"/>
                <a:gd name="T103" fmla="*/ 238 h 602"/>
                <a:gd name="T104" fmla="*/ 135 w 3923"/>
                <a:gd name="T105" fmla="*/ 278 h 602"/>
                <a:gd name="T106" fmla="*/ 174 w 3923"/>
                <a:gd name="T107" fmla="*/ 129 h 602"/>
                <a:gd name="T108" fmla="*/ 2552 w 3923"/>
                <a:gd name="T109" fmla="*/ 480 h 602"/>
                <a:gd name="T110" fmla="*/ 2591 w 3923"/>
                <a:gd name="T111" fmla="*/ 597 h 602"/>
                <a:gd name="T112" fmla="*/ 2417 w 3923"/>
                <a:gd name="T113" fmla="*/ 460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23" h="602">
                  <a:moveTo>
                    <a:pt x="220" y="397"/>
                  </a:moveTo>
                  <a:lnTo>
                    <a:pt x="191" y="399"/>
                  </a:lnTo>
                  <a:lnTo>
                    <a:pt x="167" y="404"/>
                  </a:lnTo>
                  <a:lnTo>
                    <a:pt x="149" y="411"/>
                  </a:lnTo>
                  <a:lnTo>
                    <a:pt x="136" y="422"/>
                  </a:lnTo>
                  <a:lnTo>
                    <a:pt x="128" y="438"/>
                  </a:lnTo>
                  <a:lnTo>
                    <a:pt x="125" y="456"/>
                  </a:lnTo>
                  <a:lnTo>
                    <a:pt x="125" y="460"/>
                  </a:lnTo>
                  <a:lnTo>
                    <a:pt x="127" y="475"/>
                  </a:lnTo>
                  <a:lnTo>
                    <a:pt x="131" y="488"/>
                  </a:lnTo>
                  <a:lnTo>
                    <a:pt x="140" y="498"/>
                  </a:lnTo>
                  <a:lnTo>
                    <a:pt x="152" y="506"/>
                  </a:lnTo>
                  <a:lnTo>
                    <a:pt x="167" y="511"/>
                  </a:lnTo>
                  <a:lnTo>
                    <a:pt x="186" y="513"/>
                  </a:lnTo>
                  <a:lnTo>
                    <a:pt x="205" y="512"/>
                  </a:lnTo>
                  <a:lnTo>
                    <a:pt x="222" y="507"/>
                  </a:lnTo>
                  <a:lnTo>
                    <a:pt x="238" y="500"/>
                  </a:lnTo>
                  <a:lnTo>
                    <a:pt x="251" y="489"/>
                  </a:lnTo>
                  <a:lnTo>
                    <a:pt x="262" y="476"/>
                  </a:lnTo>
                  <a:lnTo>
                    <a:pt x="268" y="460"/>
                  </a:lnTo>
                  <a:lnTo>
                    <a:pt x="270" y="441"/>
                  </a:lnTo>
                  <a:lnTo>
                    <a:pt x="270" y="397"/>
                  </a:lnTo>
                  <a:lnTo>
                    <a:pt x="220" y="397"/>
                  </a:lnTo>
                  <a:close/>
                  <a:moveTo>
                    <a:pt x="3716" y="217"/>
                  </a:moveTo>
                  <a:lnTo>
                    <a:pt x="3700" y="218"/>
                  </a:lnTo>
                  <a:lnTo>
                    <a:pt x="3684" y="223"/>
                  </a:lnTo>
                  <a:lnTo>
                    <a:pt x="3668" y="231"/>
                  </a:lnTo>
                  <a:lnTo>
                    <a:pt x="3655" y="243"/>
                  </a:lnTo>
                  <a:lnTo>
                    <a:pt x="3645" y="261"/>
                  </a:lnTo>
                  <a:lnTo>
                    <a:pt x="3636" y="284"/>
                  </a:lnTo>
                  <a:lnTo>
                    <a:pt x="3630" y="312"/>
                  </a:lnTo>
                  <a:lnTo>
                    <a:pt x="3800" y="312"/>
                  </a:lnTo>
                  <a:lnTo>
                    <a:pt x="3796" y="286"/>
                  </a:lnTo>
                  <a:lnTo>
                    <a:pt x="3790" y="264"/>
                  </a:lnTo>
                  <a:lnTo>
                    <a:pt x="3782" y="247"/>
                  </a:lnTo>
                  <a:lnTo>
                    <a:pt x="3770" y="234"/>
                  </a:lnTo>
                  <a:lnTo>
                    <a:pt x="3754" y="224"/>
                  </a:lnTo>
                  <a:lnTo>
                    <a:pt x="3737" y="218"/>
                  </a:lnTo>
                  <a:lnTo>
                    <a:pt x="3716" y="217"/>
                  </a:lnTo>
                  <a:close/>
                  <a:moveTo>
                    <a:pt x="1625" y="217"/>
                  </a:moveTo>
                  <a:lnTo>
                    <a:pt x="1608" y="218"/>
                  </a:lnTo>
                  <a:lnTo>
                    <a:pt x="1591" y="223"/>
                  </a:lnTo>
                  <a:lnTo>
                    <a:pt x="1577" y="231"/>
                  </a:lnTo>
                  <a:lnTo>
                    <a:pt x="1564" y="243"/>
                  </a:lnTo>
                  <a:lnTo>
                    <a:pt x="1553" y="261"/>
                  </a:lnTo>
                  <a:lnTo>
                    <a:pt x="1543" y="284"/>
                  </a:lnTo>
                  <a:lnTo>
                    <a:pt x="1537" y="312"/>
                  </a:lnTo>
                  <a:lnTo>
                    <a:pt x="1707" y="312"/>
                  </a:lnTo>
                  <a:lnTo>
                    <a:pt x="1705" y="286"/>
                  </a:lnTo>
                  <a:lnTo>
                    <a:pt x="1699" y="264"/>
                  </a:lnTo>
                  <a:lnTo>
                    <a:pt x="1689" y="247"/>
                  </a:lnTo>
                  <a:lnTo>
                    <a:pt x="1677" y="234"/>
                  </a:lnTo>
                  <a:lnTo>
                    <a:pt x="1662" y="224"/>
                  </a:lnTo>
                  <a:lnTo>
                    <a:pt x="1645" y="218"/>
                  </a:lnTo>
                  <a:lnTo>
                    <a:pt x="1625" y="217"/>
                  </a:lnTo>
                  <a:close/>
                  <a:moveTo>
                    <a:pt x="2708" y="138"/>
                  </a:moveTo>
                  <a:lnTo>
                    <a:pt x="2835" y="138"/>
                  </a:lnTo>
                  <a:lnTo>
                    <a:pt x="2835" y="426"/>
                  </a:lnTo>
                  <a:lnTo>
                    <a:pt x="2837" y="450"/>
                  </a:lnTo>
                  <a:lnTo>
                    <a:pt x="2842" y="469"/>
                  </a:lnTo>
                  <a:lnTo>
                    <a:pt x="2850" y="484"/>
                  </a:lnTo>
                  <a:lnTo>
                    <a:pt x="2863" y="494"/>
                  </a:lnTo>
                  <a:lnTo>
                    <a:pt x="2880" y="500"/>
                  </a:lnTo>
                  <a:lnTo>
                    <a:pt x="2900" y="502"/>
                  </a:lnTo>
                  <a:lnTo>
                    <a:pt x="2918" y="501"/>
                  </a:lnTo>
                  <a:lnTo>
                    <a:pt x="2935" y="495"/>
                  </a:lnTo>
                  <a:lnTo>
                    <a:pt x="2951" y="487"/>
                  </a:lnTo>
                  <a:lnTo>
                    <a:pt x="2962" y="475"/>
                  </a:lnTo>
                  <a:lnTo>
                    <a:pt x="2972" y="459"/>
                  </a:lnTo>
                  <a:lnTo>
                    <a:pt x="2978" y="441"/>
                  </a:lnTo>
                  <a:lnTo>
                    <a:pt x="2980" y="418"/>
                  </a:lnTo>
                  <a:lnTo>
                    <a:pt x="2980" y="138"/>
                  </a:lnTo>
                  <a:lnTo>
                    <a:pt x="3107" y="138"/>
                  </a:lnTo>
                  <a:lnTo>
                    <a:pt x="3107" y="592"/>
                  </a:lnTo>
                  <a:lnTo>
                    <a:pt x="2980" y="592"/>
                  </a:lnTo>
                  <a:lnTo>
                    <a:pt x="2980" y="525"/>
                  </a:lnTo>
                  <a:lnTo>
                    <a:pt x="2970" y="543"/>
                  </a:lnTo>
                  <a:lnTo>
                    <a:pt x="2957" y="559"/>
                  </a:lnTo>
                  <a:lnTo>
                    <a:pt x="2941" y="573"/>
                  </a:lnTo>
                  <a:lnTo>
                    <a:pt x="2922" y="585"/>
                  </a:lnTo>
                  <a:lnTo>
                    <a:pt x="2900" y="594"/>
                  </a:lnTo>
                  <a:lnTo>
                    <a:pt x="2876" y="600"/>
                  </a:lnTo>
                  <a:lnTo>
                    <a:pt x="2849" y="602"/>
                  </a:lnTo>
                  <a:lnTo>
                    <a:pt x="2823" y="600"/>
                  </a:lnTo>
                  <a:lnTo>
                    <a:pt x="2798" y="594"/>
                  </a:lnTo>
                  <a:lnTo>
                    <a:pt x="2776" y="585"/>
                  </a:lnTo>
                  <a:lnTo>
                    <a:pt x="2756" y="572"/>
                  </a:lnTo>
                  <a:lnTo>
                    <a:pt x="2739" y="554"/>
                  </a:lnTo>
                  <a:lnTo>
                    <a:pt x="2726" y="534"/>
                  </a:lnTo>
                  <a:lnTo>
                    <a:pt x="2716" y="508"/>
                  </a:lnTo>
                  <a:lnTo>
                    <a:pt x="2709" y="478"/>
                  </a:lnTo>
                  <a:lnTo>
                    <a:pt x="2708" y="445"/>
                  </a:lnTo>
                  <a:lnTo>
                    <a:pt x="2708" y="138"/>
                  </a:lnTo>
                  <a:close/>
                  <a:moveTo>
                    <a:pt x="3461" y="132"/>
                  </a:moveTo>
                  <a:lnTo>
                    <a:pt x="3461" y="256"/>
                  </a:lnTo>
                  <a:lnTo>
                    <a:pt x="3430" y="258"/>
                  </a:lnTo>
                  <a:lnTo>
                    <a:pt x="3403" y="262"/>
                  </a:lnTo>
                  <a:lnTo>
                    <a:pt x="3379" y="268"/>
                  </a:lnTo>
                  <a:lnTo>
                    <a:pt x="3360" y="279"/>
                  </a:lnTo>
                  <a:lnTo>
                    <a:pt x="3345" y="292"/>
                  </a:lnTo>
                  <a:lnTo>
                    <a:pt x="3334" y="310"/>
                  </a:lnTo>
                  <a:lnTo>
                    <a:pt x="3327" y="332"/>
                  </a:lnTo>
                  <a:lnTo>
                    <a:pt x="3324" y="358"/>
                  </a:lnTo>
                  <a:lnTo>
                    <a:pt x="3324" y="592"/>
                  </a:lnTo>
                  <a:lnTo>
                    <a:pt x="3198" y="592"/>
                  </a:lnTo>
                  <a:lnTo>
                    <a:pt x="3198" y="138"/>
                  </a:lnTo>
                  <a:lnTo>
                    <a:pt x="3324" y="138"/>
                  </a:lnTo>
                  <a:lnTo>
                    <a:pt x="3324" y="220"/>
                  </a:lnTo>
                  <a:lnTo>
                    <a:pt x="3339" y="193"/>
                  </a:lnTo>
                  <a:lnTo>
                    <a:pt x="3357" y="171"/>
                  </a:lnTo>
                  <a:lnTo>
                    <a:pt x="3377" y="153"/>
                  </a:lnTo>
                  <a:lnTo>
                    <a:pt x="3401" y="141"/>
                  </a:lnTo>
                  <a:lnTo>
                    <a:pt x="3430" y="134"/>
                  </a:lnTo>
                  <a:lnTo>
                    <a:pt x="3461" y="132"/>
                  </a:lnTo>
                  <a:close/>
                  <a:moveTo>
                    <a:pt x="3715" y="128"/>
                  </a:moveTo>
                  <a:lnTo>
                    <a:pt x="3746" y="129"/>
                  </a:lnTo>
                  <a:lnTo>
                    <a:pt x="3775" y="134"/>
                  </a:lnTo>
                  <a:lnTo>
                    <a:pt x="3802" y="142"/>
                  </a:lnTo>
                  <a:lnTo>
                    <a:pt x="3827" y="154"/>
                  </a:lnTo>
                  <a:lnTo>
                    <a:pt x="3850" y="170"/>
                  </a:lnTo>
                  <a:lnTo>
                    <a:pt x="3872" y="188"/>
                  </a:lnTo>
                  <a:lnTo>
                    <a:pt x="3888" y="211"/>
                  </a:lnTo>
                  <a:lnTo>
                    <a:pt x="3903" y="237"/>
                  </a:lnTo>
                  <a:lnTo>
                    <a:pt x="3913" y="268"/>
                  </a:lnTo>
                  <a:lnTo>
                    <a:pt x="3920" y="303"/>
                  </a:lnTo>
                  <a:lnTo>
                    <a:pt x="3923" y="342"/>
                  </a:lnTo>
                  <a:lnTo>
                    <a:pt x="3923" y="397"/>
                  </a:lnTo>
                  <a:lnTo>
                    <a:pt x="3628" y="397"/>
                  </a:lnTo>
                  <a:lnTo>
                    <a:pt x="3631" y="424"/>
                  </a:lnTo>
                  <a:lnTo>
                    <a:pt x="3637" y="448"/>
                  </a:lnTo>
                  <a:lnTo>
                    <a:pt x="3646" y="468"/>
                  </a:lnTo>
                  <a:lnTo>
                    <a:pt x="3657" y="483"/>
                  </a:lnTo>
                  <a:lnTo>
                    <a:pt x="3670" y="495"/>
                  </a:lnTo>
                  <a:lnTo>
                    <a:pt x="3685" y="504"/>
                  </a:lnTo>
                  <a:lnTo>
                    <a:pt x="3703" y="508"/>
                  </a:lnTo>
                  <a:lnTo>
                    <a:pt x="3722" y="510"/>
                  </a:lnTo>
                  <a:lnTo>
                    <a:pt x="3745" y="507"/>
                  </a:lnTo>
                  <a:lnTo>
                    <a:pt x="3764" y="501"/>
                  </a:lnTo>
                  <a:lnTo>
                    <a:pt x="3780" y="493"/>
                  </a:lnTo>
                  <a:lnTo>
                    <a:pt x="3791" y="481"/>
                  </a:lnTo>
                  <a:lnTo>
                    <a:pt x="3800" y="466"/>
                  </a:lnTo>
                  <a:lnTo>
                    <a:pt x="3806" y="451"/>
                  </a:lnTo>
                  <a:lnTo>
                    <a:pt x="3923" y="451"/>
                  </a:lnTo>
                  <a:lnTo>
                    <a:pt x="3916" y="478"/>
                  </a:lnTo>
                  <a:lnTo>
                    <a:pt x="3905" y="504"/>
                  </a:lnTo>
                  <a:lnTo>
                    <a:pt x="3891" y="528"/>
                  </a:lnTo>
                  <a:lnTo>
                    <a:pt x="3872" y="549"/>
                  </a:lnTo>
                  <a:lnTo>
                    <a:pt x="3849" y="567"/>
                  </a:lnTo>
                  <a:lnTo>
                    <a:pt x="3823" y="582"/>
                  </a:lnTo>
                  <a:lnTo>
                    <a:pt x="3791" y="592"/>
                  </a:lnTo>
                  <a:lnTo>
                    <a:pt x="3758" y="600"/>
                  </a:lnTo>
                  <a:lnTo>
                    <a:pt x="3720" y="602"/>
                  </a:lnTo>
                  <a:lnTo>
                    <a:pt x="3685" y="600"/>
                  </a:lnTo>
                  <a:lnTo>
                    <a:pt x="3653" y="594"/>
                  </a:lnTo>
                  <a:lnTo>
                    <a:pt x="3623" y="584"/>
                  </a:lnTo>
                  <a:lnTo>
                    <a:pt x="3597" y="571"/>
                  </a:lnTo>
                  <a:lnTo>
                    <a:pt x="3572" y="554"/>
                  </a:lnTo>
                  <a:lnTo>
                    <a:pt x="3551" y="532"/>
                  </a:lnTo>
                  <a:lnTo>
                    <a:pt x="3533" y="508"/>
                  </a:lnTo>
                  <a:lnTo>
                    <a:pt x="3519" y="480"/>
                  </a:lnTo>
                  <a:lnTo>
                    <a:pt x="3508" y="447"/>
                  </a:lnTo>
                  <a:lnTo>
                    <a:pt x="3502" y="411"/>
                  </a:lnTo>
                  <a:lnTo>
                    <a:pt x="3500" y="372"/>
                  </a:lnTo>
                  <a:lnTo>
                    <a:pt x="3500" y="363"/>
                  </a:lnTo>
                  <a:lnTo>
                    <a:pt x="3502" y="324"/>
                  </a:lnTo>
                  <a:lnTo>
                    <a:pt x="3510" y="288"/>
                  </a:lnTo>
                  <a:lnTo>
                    <a:pt x="3520" y="255"/>
                  </a:lnTo>
                  <a:lnTo>
                    <a:pt x="3535" y="225"/>
                  </a:lnTo>
                  <a:lnTo>
                    <a:pt x="3553" y="200"/>
                  </a:lnTo>
                  <a:lnTo>
                    <a:pt x="3573" y="178"/>
                  </a:lnTo>
                  <a:lnTo>
                    <a:pt x="3597" y="160"/>
                  </a:lnTo>
                  <a:lnTo>
                    <a:pt x="3624" y="146"/>
                  </a:lnTo>
                  <a:lnTo>
                    <a:pt x="3653" y="136"/>
                  </a:lnTo>
                  <a:lnTo>
                    <a:pt x="3683" y="130"/>
                  </a:lnTo>
                  <a:lnTo>
                    <a:pt x="3715" y="128"/>
                  </a:lnTo>
                  <a:close/>
                  <a:moveTo>
                    <a:pt x="2170" y="128"/>
                  </a:moveTo>
                  <a:lnTo>
                    <a:pt x="2197" y="129"/>
                  </a:lnTo>
                  <a:lnTo>
                    <a:pt x="2222" y="135"/>
                  </a:lnTo>
                  <a:lnTo>
                    <a:pt x="2243" y="145"/>
                  </a:lnTo>
                  <a:lnTo>
                    <a:pt x="2261" y="158"/>
                  </a:lnTo>
                  <a:lnTo>
                    <a:pt x="2278" y="176"/>
                  </a:lnTo>
                  <a:lnTo>
                    <a:pt x="2291" y="198"/>
                  </a:lnTo>
                  <a:lnTo>
                    <a:pt x="2300" y="223"/>
                  </a:lnTo>
                  <a:lnTo>
                    <a:pt x="2305" y="253"/>
                  </a:lnTo>
                  <a:lnTo>
                    <a:pt x="2308" y="288"/>
                  </a:lnTo>
                  <a:lnTo>
                    <a:pt x="2308" y="592"/>
                  </a:lnTo>
                  <a:lnTo>
                    <a:pt x="2181" y="592"/>
                  </a:lnTo>
                  <a:lnTo>
                    <a:pt x="2181" y="307"/>
                  </a:lnTo>
                  <a:lnTo>
                    <a:pt x="2180" y="283"/>
                  </a:lnTo>
                  <a:lnTo>
                    <a:pt x="2174" y="264"/>
                  </a:lnTo>
                  <a:lnTo>
                    <a:pt x="2165" y="249"/>
                  </a:lnTo>
                  <a:lnTo>
                    <a:pt x="2151" y="238"/>
                  </a:lnTo>
                  <a:lnTo>
                    <a:pt x="2135" y="232"/>
                  </a:lnTo>
                  <a:lnTo>
                    <a:pt x="2114" y="230"/>
                  </a:lnTo>
                  <a:lnTo>
                    <a:pt x="2095" y="232"/>
                  </a:lnTo>
                  <a:lnTo>
                    <a:pt x="2079" y="237"/>
                  </a:lnTo>
                  <a:lnTo>
                    <a:pt x="2064" y="246"/>
                  </a:lnTo>
                  <a:lnTo>
                    <a:pt x="2052" y="258"/>
                  </a:lnTo>
                  <a:lnTo>
                    <a:pt x="2043" y="273"/>
                  </a:lnTo>
                  <a:lnTo>
                    <a:pt x="2037" y="292"/>
                  </a:lnTo>
                  <a:lnTo>
                    <a:pt x="2034" y="315"/>
                  </a:lnTo>
                  <a:lnTo>
                    <a:pt x="2034" y="592"/>
                  </a:lnTo>
                  <a:lnTo>
                    <a:pt x="1908" y="592"/>
                  </a:lnTo>
                  <a:lnTo>
                    <a:pt x="1908" y="138"/>
                  </a:lnTo>
                  <a:lnTo>
                    <a:pt x="2034" y="138"/>
                  </a:lnTo>
                  <a:lnTo>
                    <a:pt x="2034" y="205"/>
                  </a:lnTo>
                  <a:lnTo>
                    <a:pt x="2045" y="188"/>
                  </a:lnTo>
                  <a:lnTo>
                    <a:pt x="2059" y="171"/>
                  </a:lnTo>
                  <a:lnTo>
                    <a:pt x="2076" y="157"/>
                  </a:lnTo>
                  <a:lnTo>
                    <a:pt x="2095" y="145"/>
                  </a:lnTo>
                  <a:lnTo>
                    <a:pt x="2118" y="136"/>
                  </a:lnTo>
                  <a:lnTo>
                    <a:pt x="2143" y="130"/>
                  </a:lnTo>
                  <a:lnTo>
                    <a:pt x="2170" y="128"/>
                  </a:lnTo>
                  <a:close/>
                  <a:moveTo>
                    <a:pt x="1623" y="128"/>
                  </a:moveTo>
                  <a:lnTo>
                    <a:pt x="1653" y="129"/>
                  </a:lnTo>
                  <a:lnTo>
                    <a:pt x="1682" y="134"/>
                  </a:lnTo>
                  <a:lnTo>
                    <a:pt x="1709" y="142"/>
                  </a:lnTo>
                  <a:lnTo>
                    <a:pt x="1736" y="154"/>
                  </a:lnTo>
                  <a:lnTo>
                    <a:pt x="1758" y="170"/>
                  </a:lnTo>
                  <a:lnTo>
                    <a:pt x="1779" y="188"/>
                  </a:lnTo>
                  <a:lnTo>
                    <a:pt x="1797" y="211"/>
                  </a:lnTo>
                  <a:lnTo>
                    <a:pt x="1811" y="237"/>
                  </a:lnTo>
                  <a:lnTo>
                    <a:pt x="1822" y="268"/>
                  </a:lnTo>
                  <a:lnTo>
                    <a:pt x="1828" y="303"/>
                  </a:lnTo>
                  <a:lnTo>
                    <a:pt x="1830" y="342"/>
                  </a:lnTo>
                  <a:lnTo>
                    <a:pt x="1830" y="397"/>
                  </a:lnTo>
                  <a:lnTo>
                    <a:pt x="1536" y="397"/>
                  </a:lnTo>
                  <a:lnTo>
                    <a:pt x="1540" y="424"/>
                  </a:lnTo>
                  <a:lnTo>
                    <a:pt x="1546" y="448"/>
                  </a:lnTo>
                  <a:lnTo>
                    <a:pt x="1554" y="468"/>
                  </a:lnTo>
                  <a:lnTo>
                    <a:pt x="1565" y="483"/>
                  </a:lnTo>
                  <a:lnTo>
                    <a:pt x="1578" y="495"/>
                  </a:lnTo>
                  <a:lnTo>
                    <a:pt x="1594" y="504"/>
                  </a:lnTo>
                  <a:lnTo>
                    <a:pt x="1610" y="508"/>
                  </a:lnTo>
                  <a:lnTo>
                    <a:pt x="1631" y="510"/>
                  </a:lnTo>
                  <a:lnTo>
                    <a:pt x="1652" y="507"/>
                  </a:lnTo>
                  <a:lnTo>
                    <a:pt x="1671" y="501"/>
                  </a:lnTo>
                  <a:lnTo>
                    <a:pt x="1687" y="493"/>
                  </a:lnTo>
                  <a:lnTo>
                    <a:pt x="1699" y="481"/>
                  </a:lnTo>
                  <a:lnTo>
                    <a:pt x="1707" y="466"/>
                  </a:lnTo>
                  <a:lnTo>
                    <a:pt x="1713" y="451"/>
                  </a:lnTo>
                  <a:lnTo>
                    <a:pt x="1830" y="451"/>
                  </a:lnTo>
                  <a:lnTo>
                    <a:pt x="1823" y="478"/>
                  </a:lnTo>
                  <a:lnTo>
                    <a:pt x="1812" y="504"/>
                  </a:lnTo>
                  <a:lnTo>
                    <a:pt x="1798" y="528"/>
                  </a:lnTo>
                  <a:lnTo>
                    <a:pt x="1779" y="549"/>
                  </a:lnTo>
                  <a:lnTo>
                    <a:pt x="1756" y="567"/>
                  </a:lnTo>
                  <a:lnTo>
                    <a:pt x="1730" y="582"/>
                  </a:lnTo>
                  <a:lnTo>
                    <a:pt x="1700" y="592"/>
                  </a:lnTo>
                  <a:lnTo>
                    <a:pt x="1665" y="600"/>
                  </a:lnTo>
                  <a:lnTo>
                    <a:pt x="1628" y="602"/>
                  </a:lnTo>
                  <a:lnTo>
                    <a:pt x="1594" y="600"/>
                  </a:lnTo>
                  <a:lnTo>
                    <a:pt x="1561" y="594"/>
                  </a:lnTo>
                  <a:lnTo>
                    <a:pt x="1531" y="584"/>
                  </a:lnTo>
                  <a:lnTo>
                    <a:pt x="1504" y="571"/>
                  </a:lnTo>
                  <a:lnTo>
                    <a:pt x="1480" y="554"/>
                  </a:lnTo>
                  <a:lnTo>
                    <a:pt x="1459" y="532"/>
                  </a:lnTo>
                  <a:lnTo>
                    <a:pt x="1441" y="508"/>
                  </a:lnTo>
                  <a:lnTo>
                    <a:pt x="1426" y="480"/>
                  </a:lnTo>
                  <a:lnTo>
                    <a:pt x="1417" y="447"/>
                  </a:lnTo>
                  <a:lnTo>
                    <a:pt x="1410" y="411"/>
                  </a:lnTo>
                  <a:lnTo>
                    <a:pt x="1408" y="372"/>
                  </a:lnTo>
                  <a:lnTo>
                    <a:pt x="1408" y="363"/>
                  </a:lnTo>
                  <a:lnTo>
                    <a:pt x="1411" y="324"/>
                  </a:lnTo>
                  <a:lnTo>
                    <a:pt x="1417" y="288"/>
                  </a:lnTo>
                  <a:lnTo>
                    <a:pt x="1427" y="255"/>
                  </a:lnTo>
                  <a:lnTo>
                    <a:pt x="1442" y="225"/>
                  </a:lnTo>
                  <a:lnTo>
                    <a:pt x="1460" y="200"/>
                  </a:lnTo>
                  <a:lnTo>
                    <a:pt x="1481" y="178"/>
                  </a:lnTo>
                  <a:lnTo>
                    <a:pt x="1505" y="160"/>
                  </a:lnTo>
                  <a:lnTo>
                    <a:pt x="1531" y="146"/>
                  </a:lnTo>
                  <a:lnTo>
                    <a:pt x="1560" y="136"/>
                  </a:lnTo>
                  <a:lnTo>
                    <a:pt x="1591" y="130"/>
                  </a:lnTo>
                  <a:lnTo>
                    <a:pt x="1623" y="128"/>
                  </a:lnTo>
                  <a:close/>
                  <a:moveTo>
                    <a:pt x="1154" y="128"/>
                  </a:moveTo>
                  <a:lnTo>
                    <a:pt x="1185" y="129"/>
                  </a:lnTo>
                  <a:lnTo>
                    <a:pt x="1214" y="134"/>
                  </a:lnTo>
                  <a:lnTo>
                    <a:pt x="1240" y="142"/>
                  </a:lnTo>
                  <a:lnTo>
                    <a:pt x="1265" y="154"/>
                  </a:lnTo>
                  <a:lnTo>
                    <a:pt x="1288" y="169"/>
                  </a:lnTo>
                  <a:lnTo>
                    <a:pt x="1308" y="188"/>
                  </a:lnTo>
                  <a:lnTo>
                    <a:pt x="1325" y="210"/>
                  </a:lnTo>
                  <a:lnTo>
                    <a:pt x="1338" y="236"/>
                  </a:lnTo>
                  <a:lnTo>
                    <a:pt x="1347" y="266"/>
                  </a:lnTo>
                  <a:lnTo>
                    <a:pt x="1352" y="300"/>
                  </a:lnTo>
                  <a:lnTo>
                    <a:pt x="1232" y="300"/>
                  </a:lnTo>
                  <a:lnTo>
                    <a:pt x="1226" y="278"/>
                  </a:lnTo>
                  <a:lnTo>
                    <a:pt x="1218" y="260"/>
                  </a:lnTo>
                  <a:lnTo>
                    <a:pt x="1208" y="246"/>
                  </a:lnTo>
                  <a:lnTo>
                    <a:pt x="1195" y="235"/>
                  </a:lnTo>
                  <a:lnTo>
                    <a:pt x="1177" y="229"/>
                  </a:lnTo>
                  <a:lnTo>
                    <a:pt x="1156" y="226"/>
                  </a:lnTo>
                  <a:lnTo>
                    <a:pt x="1137" y="228"/>
                  </a:lnTo>
                  <a:lnTo>
                    <a:pt x="1120" y="235"/>
                  </a:lnTo>
                  <a:lnTo>
                    <a:pt x="1105" y="244"/>
                  </a:lnTo>
                  <a:lnTo>
                    <a:pt x="1092" y="259"/>
                  </a:lnTo>
                  <a:lnTo>
                    <a:pt x="1081" y="277"/>
                  </a:lnTo>
                  <a:lnTo>
                    <a:pt x="1073" y="300"/>
                  </a:lnTo>
                  <a:lnTo>
                    <a:pt x="1068" y="327"/>
                  </a:lnTo>
                  <a:lnTo>
                    <a:pt x="1066" y="358"/>
                  </a:lnTo>
                  <a:lnTo>
                    <a:pt x="1066" y="372"/>
                  </a:lnTo>
                  <a:lnTo>
                    <a:pt x="1068" y="404"/>
                  </a:lnTo>
                  <a:lnTo>
                    <a:pt x="1073" y="432"/>
                  </a:lnTo>
                  <a:lnTo>
                    <a:pt x="1080" y="456"/>
                  </a:lnTo>
                  <a:lnTo>
                    <a:pt x="1089" y="474"/>
                  </a:lnTo>
                  <a:lnTo>
                    <a:pt x="1103" y="488"/>
                  </a:lnTo>
                  <a:lnTo>
                    <a:pt x="1118" y="498"/>
                  </a:lnTo>
                  <a:lnTo>
                    <a:pt x="1137" y="504"/>
                  </a:lnTo>
                  <a:lnTo>
                    <a:pt x="1158" y="506"/>
                  </a:lnTo>
                  <a:lnTo>
                    <a:pt x="1178" y="504"/>
                  </a:lnTo>
                  <a:lnTo>
                    <a:pt x="1197" y="496"/>
                  </a:lnTo>
                  <a:lnTo>
                    <a:pt x="1212" y="483"/>
                  </a:lnTo>
                  <a:lnTo>
                    <a:pt x="1226" y="468"/>
                  </a:lnTo>
                  <a:lnTo>
                    <a:pt x="1234" y="447"/>
                  </a:lnTo>
                  <a:lnTo>
                    <a:pt x="1240" y="424"/>
                  </a:lnTo>
                  <a:lnTo>
                    <a:pt x="1355" y="424"/>
                  </a:lnTo>
                  <a:lnTo>
                    <a:pt x="1350" y="458"/>
                  </a:lnTo>
                  <a:lnTo>
                    <a:pt x="1340" y="488"/>
                  </a:lnTo>
                  <a:lnTo>
                    <a:pt x="1326" y="517"/>
                  </a:lnTo>
                  <a:lnTo>
                    <a:pt x="1308" y="541"/>
                  </a:lnTo>
                  <a:lnTo>
                    <a:pt x="1285" y="561"/>
                  </a:lnTo>
                  <a:lnTo>
                    <a:pt x="1258" y="579"/>
                  </a:lnTo>
                  <a:lnTo>
                    <a:pt x="1228" y="591"/>
                  </a:lnTo>
                  <a:lnTo>
                    <a:pt x="1192" y="598"/>
                  </a:lnTo>
                  <a:lnTo>
                    <a:pt x="1154" y="602"/>
                  </a:lnTo>
                  <a:lnTo>
                    <a:pt x="1120" y="600"/>
                  </a:lnTo>
                  <a:lnTo>
                    <a:pt x="1088" y="594"/>
                  </a:lnTo>
                  <a:lnTo>
                    <a:pt x="1060" y="584"/>
                  </a:lnTo>
                  <a:lnTo>
                    <a:pt x="1033" y="571"/>
                  </a:lnTo>
                  <a:lnTo>
                    <a:pt x="1009" y="553"/>
                  </a:lnTo>
                  <a:lnTo>
                    <a:pt x="988" y="532"/>
                  </a:lnTo>
                  <a:lnTo>
                    <a:pt x="970" y="507"/>
                  </a:lnTo>
                  <a:lnTo>
                    <a:pt x="957" y="478"/>
                  </a:lnTo>
                  <a:lnTo>
                    <a:pt x="946" y="446"/>
                  </a:lnTo>
                  <a:lnTo>
                    <a:pt x="939" y="410"/>
                  </a:lnTo>
                  <a:lnTo>
                    <a:pt x="938" y="369"/>
                  </a:lnTo>
                  <a:lnTo>
                    <a:pt x="938" y="363"/>
                  </a:lnTo>
                  <a:lnTo>
                    <a:pt x="939" y="324"/>
                  </a:lnTo>
                  <a:lnTo>
                    <a:pt x="946" y="286"/>
                  </a:lnTo>
                  <a:lnTo>
                    <a:pt x="957" y="254"/>
                  </a:lnTo>
                  <a:lnTo>
                    <a:pt x="972" y="225"/>
                  </a:lnTo>
                  <a:lnTo>
                    <a:pt x="990" y="199"/>
                  </a:lnTo>
                  <a:lnTo>
                    <a:pt x="1012" y="177"/>
                  </a:lnTo>
                  <a:lnTo>
                    <a:pt x="1036" y="160"/>
                  </a:lnTo>
                  <a:lnTo>
                    <a:pt x="1063" y="146"/>
                  </a:lnTo>
                  <a:lnTo>
                    <a:pt x="1092" y="136"/>
                  </a:lnTo>
                  <a:lnTo>
                    <a:pt x="1122" y="130"/>
                  </a:lnTo>
                  <a:lnTo>
                    <a:pt x="1154" y="128"/>
                  </a:lnTo>
                  <a:close/>
                  <a:moveTo>
                    <a:pt x="683" y="128"/>
                  </a:moveTo>
                  <a:lnTo>
                    <a:pt x="714" y="129"/>
                  </a:lnTo>
                  <a:lnTo>
                    <a:pt x="743" y="134"/>
                  </a:lnTo>
                  <a:lnTo>
                    <a:pt x="769" y="142"/>
                  </a:lnTo>
                  <a:lnTo>
                    <a:pt x="794" y="154"/>
                  </a:lnTo>
                  <a:lnTo>
                    <a:pt x="817" y="169"/>
                  </a:lnTo>
                  <a:lnTo>
                    <a:pt x="837" y="188"/>
                  </a:lnTo>
                  <a:lnTo>
                    <a:pt x="854" y="210"/>
                  </a:lnTo>
                  <a:lnTo>
                    <a:pt x="867" y="236"/>
                  </a:lnTo>
                  <a:lnTo>
                    <a:pt x="877" y="266"/>
                  </a:lnTo>
                  <a:lnTo>
                    <a:pt x="882" y="300"/>
                  </a:lnTo>
                  <a:lnTo>
                    <a:pt x="761" y="300"/>
                  </a:lnTo>
                  <a:lnTo>
                    <a:pt x="755" y="278"/>
                  </a:lnTo>
                  <a:lnTo>
                    <a:pt x="748" y="260"/>
                  </a:lnTo>
                  <a:lnTo>
                    <a:pt x="737" y="246"/>
                  </a:lnTo>
                  <a:lnTo>
                    <a:pt x="724" y="235"/>
                  </a:lnTo>
                  <a:lnTo>
                    <a:pt x="706" y="229"/>
                  </a:lnTo>
                  <a:lnTo>
                    <a:pt x="686" y="226"/>
                  </a:lnTo>
                  <a:lnTo>
                    <a:pt x="667" y="228"/>
                  </a:lnTo>
                  <a:lnTo>
                    <a:pt x="650" y="235"/>
                  </a:lnTo>
                  <a:lnTo>
                    <a:pt x="634" y="244"/>
                  </a:lnTo>
                  <a:lnTo>
                    <a:pt x="621" y="259"/>
                  </a:lnTo>
                  <a:lnTo>
                    <a:pt x="610" y="277"/>
                  </a:lnTo>
                  <a:lnTo>
                    <a:pt x="602" y="300"/>
                  </a:lnTo>
                  <a:lnTo>
                    <a:pt x="597" y="327"/>
                  </a:lnTo>
                  <a:lnTo>
                    <a:pt x="595" y="358"/>
                  </a:lnTo>
                  <a:lnTo>
                    <a:pt x="595" y="372"/>
                  </a:lnTo>
                  <a:lnTo>
                    <a:pt x="597" y="404"/>
                  </a:lnTo>
                  <a:lnTo>
                    <a:pt x="601" y="432"/>
                  </a:lnTo>
                  <a:lnTo>
                    <a:pt x="609" y="456"/>
                  </a:lnTo>
                  <a:lnTo>
                    <a:pt x="619" y="474"/>
                  </a:lnTo>
                  <a:lnTo>
                    <a:pt x="632" y="488"/>
                  </a:lnTo>
                  <a:lnTo>
                    <a:pt x="647" y="498"/>
                  </a:lnTo>
                  <a:lnTo>
                    <a:pt x="667" y="504"/>
                  </a:lnTo>
                  <a:lnTo>
                    <a:pt x="687" y="506"/>
                  </a:lnTo>
                  <a:lnTo>
                    <a:pt x="707" y="504"/>
                  </a:lnTo>
                  <a:lnTo>
                    <a:pt x="726" y="496"/>
                  </a:lnTo>
                  <a:lnTo>
                    <a:pt x="742" y="483"/>
                  </a:lnTo>
                  <a:lnTo>
                    <a:pt x="755" y="468"/>
                  </a:lnTo>
                  <a:lnTo>
                    <a:pt x="763" y="447"/>
                  </a:lnTo>
                  <a:lnTo>
                    <a:pt x="769" y="424"/>
                  </a:lnTo>
                  <a:lnTo>
                    <a:pt x="884" y="424"/>
                  </a:lnTo>
                  <a:lnTo>
                    <a:pt x="879" y="458"/>
                  </a:lnTo>
                  <a:lnTo>
                    <a:pt x="870" y="488"/>
                  </a:lnTo>
                  <a:lnTo>
                    <a:pt x="855" y="517"/>
                  </a:lnTo>
                  <a:lnTo>
                    <a:pt x="837" y="541"/>
                  </a:lnTo>
                  <a:lnTo>
                    <a:pt x="815" y="561"/>
                  </a:lnTo>
                  <a:lnTo>
                    <a:pt x="787" y="579"/>
                  </a:lnTo>
                  <a:lnTo>
                    <a:pt x="756" y="591"/>
                  </a:lnTo>
                  <a:lnTo>
                    <a:pt x="722" y="598"/>
                  </a:lnTo>
                  <a:lnTo>
                    <a:pt x="683" y="602"/>
                  </a:lnTo>
                  <a:lnTo>
                    <a:pt x="650" y="600"/>
                  </a:lnTo>
                  <a:lnTo>
                    <a:pt x="618" y="594"/>
                  </a:lnTo>
                  <a:lnTo>
                    <a:pt x="589" y="584"/>
                  </a:lnTo>
                  <a:lnTo>
                    <a:pt x="563" y="571"/>
                  </a:lnTo>
                  <a:lnTo>
                    <a:pt x="539" y="553"/>
                  </a:lnTo>
                  <a:lnTo>
                    <a:pt x="517" y="532"/>
                  </a:lnTo>
                  <a:lnTo>
                    <a:pt x="499" y="507"/>
                  </a:lnTo>
                  <a:lnTo>
                    <a:pt x="485" y="478"/>
                  </a:lnTo>
                  <a:lnTo>
                    <a:pt x="475" y="446"/>
                  </a:lnTo>
                  <a:lnTo>
                    <a:pt x="468" y="410"/>
                  </a:lnTo>
                  <a:lnTo>
                    <a:pt x="466" y="369"/>
                  </a:lnTo>
                  <a:lnTo>
                    <a:pt x="466" y="363"/>
                  </a:lnTo>
                  <a:lnTo>
                    <a:pt x="468" y="324"/>
                  </a:lnTo>
                  <a:lnTo>
                    <a:pt x="475" y="286"/>
                  </a:lnTo>
                  <a:lnTo>
                    <a:pt x="486" y="254"/>
                  </a:lnTo>
                  <a:lnTo>
                    <a:pt x="502" y="225"/>
                  </a:lnTo>
                  <a:lnTo>
                    <a:pt x="520" y="199"/>
                  </a:lnTo>
                  <a:lnTo>
                    <a:pt x="541" y="177"/>
                  </a:lnTo>
                  <a:lnTo>
                    <a:pt x="565" y="160"/>
                  </a:lnTo>
                  <a:lnTo>
                    <a:pt x="591" y="146"/>
                  </a:lnTo>
                  <a:lnTo>
                    <a:pt x="621" y="136"/>
                  </a:lnTo>
                  <a:lnTo>
                    <a:pt x="651" y="130"/>
                  </a:lnTo>
                  <a:lnTo>
                    <a:pt x="683" y="128"/>
                  </a:lnTo>
                  <a:close/>
                  <a:moveTo>
                    <a:pt x="209" y="128"/>
                  </a:moveTo>
                  <a:lnTo>
                    <a:pt x="241" y="129"/>
                  </a:lnTo>
                  <a:lnTo>
                    <a:pt x="271" y="134"/>
                  </a:lnTo>
                  <a:lnTo>
                    <a:pt x="297" y="141"/>
                  </a:lnTo>
                  <a:lnTo>
                    <a:pt x="323" y="152"/>
                  </a:lnTo>
                  <a:lnTo>
                    <a:pt x="344" y="165"/>
                  </a:lnTo>
                  <a:lnTo>
                    <a:pt x="362" y="183"/>
                  </a:lnTo>
                  <a:lnTo>
                    <a:pt x="376" y="204"/>
                  </a:lnTo>
                  <a:lnTo>
                    <a:pt x="387" y="228"/>
                  </a:lnTo>
                  <a:lnTo>
                    <a:pt x="394" y="256"/>
                  </a:lnTo>
                  <a:lnTo>
                    <a:pt x="397" y="288"/>
                  </a:lnTo>
                  <a:lnTo>
                    <a:pt x="397" y="592"/>
                  </a:lnTo>
                  <a:lnTo>
                    <a:pt x="272" y="592"/>
                  </a:lnTo>
                  <a:lnTo>
                    <a:pt x="272" y="540"/>
                  </a:lnTo>
                  <a:lnTo>
                    <a:pt x="260" y="556"/>
                  </a:lnTo>
                  <a:lnTo>
                    <a:pt x="245" y="571"/>
                  </a:lnTo>
                  <a:lnTo>
                    <a:pt x="226" y="583"/>
                  </a:lnTo>
                  <a:lnTo>
                    <a:pt x="203" y="592"/>
                  </a:lnTo>
                  <a:lnTo>
                    <a:pt x="178" y="600"/>
                  </a:lnTo>
                  <a:lnTo>
                    <a:pt x="149" y="602"/>
                  </a:lnTo>
                  <a:lnTo>
                    <a:pt x="122" y="600"/>
                  </a:lnTo>
                  <a:lnTo>
                    <a:pt x="97" y="595"/>
                  </a:lnTo>
                  <a:lnTo>
                    <a:pt x="74" y="588"/>
                  </a:lnTo>
                  <a:lnTo>
                    <a:pt x="54" y="576"/>
                  </a:lnTo>
                  <a:lnTo>
                    <a:pt x="36" y="561"/>
                  </a:lnTo>
                  <a:lnTo>
                    <a:pt x="20" y="543"/>
                  </a:lnTo>
                  <a:lnTo>
                    <a:pt x="10" y="522"/>
                  </a:lnTo>
                  <a:lnTo>
                    <a:pt x="2" y="496"/>
                  </a:lnTo>
                  <a:lnTo>
                    <a:pt x="0" y="468"/>
                  </a:lnTo>
                  <a:lnTo>
                    <a:pt x="0" y="463"/>
                  </a:lnTo>
                  <a:lnTo>
                    <a:pt x="2" y="434"/>
                  </a:lnTo>
                  <a:lnTo>
                    <a:pt x="10" y="409"/>
                  </a:lnTo>
                  <a:lnTo>
                    <a:pt x="20" y="387"/>
                  </a:lnTo>
                  <a:lnTo>
                    <a:pt x="35" y="368"/>
                  </a:lnTo>
                  <a:lnTo>
                    <a:pt x="53" y="352"/>
                  </a:lnTo>
                  <a:lnTo>
                    <a:pt x="74" y="340"/>
                  </a:lnTo>
                  <a:lnTo>
                    <a:pt x="98" y="331"/>
                  </a:lnTo>
                  <a:lnTo>
                    <a:pt x="124" y="322"/>
                  </a:lnTo>
                  <a:lnTo>
                    <a:pt x="153" y="318"/>
                  </a:lnTo>
                  <a:lnTo>
                    <a:pt x="183" y="315"/>
                  </a:lnTo>
                  <a:lnTo>
                    <a:pt x="214" y="314"/>
                  </a:lnTo>
                  <a:lnTo>
                    <a:pt x="270" y="314"/>
                  </a:lnTo>
                  <a:lnTo>
                    <a:pt x="270" y="292"/>
                  </a:lnTo>
                  <a:lnTo>
                    <a:pt x="269" y="271"/>
                  </a:lnTo>
                  <a:lnTo>
                    <a:pt x="263" y="253"/>
                  </a:lnTo>
                  <a:lnTo>
                    <a:pt x="254" y="238"/>
                  </a:lnTo>
                  <a:lnTo>
                    <a:pt x="241" y="228"/>
                  </a:lnTo>
                  <a:lnTo>
                    <a:pt x="225" y="222"/>
                  </a:lnTo>
                  <a:lnTo>
                    <a:pt x="203" y="219"/>
                  </a:lnTo>
                  <a:lnTo>
                    <a:pt x="184" y="222"/>
                  </a:lnTo>
                  <a:lnTo>
                    <a:pt x="167" y="226"/>
                  </a:lnTo>
                  <a:lnTo>
                    <a:pt x="154" y="236"/>
                  </a:lnTo>
                  <a:lnTo>
                    <a:pt x="145" y="248"/>
                  </a:lnTo>
                  <a:lnTo>
                    <a:pt x="139" y="262"/>
                  </a:lnTo>
                  <a:lnTo>
                    <a:pt x="135" y="278"/>
                  </a:lnTo>
                  <a:lnTo>
                    <a:pt x="14" y="278"/>
                  </a:lnTo>
                  <a:lnTo>
                    <a:pt x="19" y="247"/>
                  </a:lnTo>
                  <a:lnTo>
                    <a:pt x="30" y="219"/>
                  </a:lnTo>
                  <a:lnTo>
                    <a:pt x="44" y="194"/>
                  </a:lnTo>
                  <a:lnTo>
                    <a:pt x="63" y="174"/>
                  </a:lnTo>
                  <a:lnTo>
                    <a:pt x="86" y="158"/>
                  </a:lnTo>
                  <a:lnTo>
                    <a:pt x="113" y="145"/>
                  </a:lnTo>
                  <a:lnTo>
                    <a:pt x="142" y="135"/>
                  </a:lnTo>
                  <a:lnTo>
                    <a:pt x="174" y="129"/>
                  </a:lnTo>
                  <a:lnTo>
                    <a:pt x="209" y="128"/>
                  </a:lnTo>
                  <a:close/>
                  <a:moveTo>
                    <a:pt x="2544" y="0"/>
                  </a:moveTo>
                  <a:lnTo>
                    <a:pt x="2544" y="138"/>
                  </a:lnTo>
                  <a:lnTo>
                    <a:pt x="2630" y="138"/>
                  </a:lnTo>
                  <a:lnTo>
                    <a:pt x="2630" y="232"/>
                  </a:lnTo>
                  <a:lnTo>
                    <a:pt x="2544" y="232"/>
                  </a:lnTo>
                  <a:lnTo>
                    <a:pt x="2544" y="447"/>
                  </a:lnTo>
                  <a:lnTo>
                    <a:pt x="2546" y="466"/>
                  </a:lnTo>
                  <a:lnTo>
                    <a:pt x="2552" y="480"/>
                  </a:lnTo>
                  <a:lnTo>
                    <a:pt x="2560" y="489"/>
                  </a:lnTo>
                  <a:lnTo>
                    <a:pt x="2573" y="495"/>
                  </a:lnTo>
                  <a:lnTo>
                    <a:pt x="2589" y="498"/>
                  </a:lnTo>
                  <a:lnTo>
                    <a:pt x="2605" y="496"/>
                  </a:lnTo>
                  <a:lnTo>
                    <a:pt x="2621" y="494"/>
                  </a:lnTo>
                  <a:lnTo>
                    <a:pt x="2633" y="489"/>
                  </a:lnTo>
                  <a:lnTo>
                    <a:pt x="2633" y="589"/>
                  </a:lnTo>
                  <a:lnTo>
                    <a:pt x="2615" y="594"/>
                  </a:lnTo>
                  <a:lnTo>
                    <a:pt x="2591" y="597"/>
                  </a:lnTo>
                  <a:lnTo>
                    <a:pt x="2562" y="598"/>
                  </a:lnTo>
                  <a:lnTo>
                    <a:pt x="2528" y="596"/>
                  </a:lnTo>
                  <a:lnTo>
                    <a:pt x="2498" y="590"/>
                  </a:lnTo>
                  <a:lnTo>
                    <a:pt x="2473" y="579"/>
                  </a:lnTo>
                  <a:lnTo>
                    <a:pt x="2452" y="564"/>
                  </a:lnTo>
                  <a:lnTo>
                    <a:pt x="2437" y="544"/>
                  </a:lnTo>
                  <a:lnTo>
                    <a:pt x="2426" y="522"/>
                  </a:lnTo>
                  <a:lnTo>
                    <a:pt x="2419" y="493"/>
                  </a:lnTo>
                  <a:lnTo>
                    <a:pt x="2417" y="460"/>
                  </a:lnTo>
                  <a:lnTo>
                    <a:pt x="2417" y="232"/>
                  </a:lnTo>
                  <a:lnTo>
                    <a:pt x="2364" y="232"/>
                  </a:lnTo>
                  <a:lnTo>
                    <a:pt x="2364" y="138"/>
                  </a:lnTo>
                  <a:lnTo>
                    <a:pt x="2417" y="138"/>
                  </a:lnTo>
                  <a:lnTo>
                    <a:pt x="2417" y="52"/>
                  </a:lnTo>
                  <a:lnTo>
                    <a:pt x="2544" y="0"/>
                  </a:lnTo>
                  <a:close/>
                </a:path>
              </a:pathLst>
            </a:custGeom>
            <a:solidFill>
              <a:schemeClr val="tx1"/>
            </a:solidFill>
            <a:ln w="0">
              <a:noFill/>
              <a:prstDash val="solid"/>
              <a:round/>
              <a:headEnd/>
              <a:tailEnd/>
            </a:ln>
          </p:spPr>
          <p:txBody>
            <a:bodyPr vert="horz" wrap="square" lIns="56650" tIns="28325" rIns="56650" bIns="28325" numCol="1" anchor="t" anchorCtr="0" compatLnSpc="1">
              <a:prstTxWarp prst="textNoShape">
                <a:avLst/>
              </a:prstTxWarp>
            </a:bodyPr>
            <a:lstStyle/>
            <a:p>
              <a:pPr defTabSz="566471"/>
              <a:endParaRPr lang="en-US" sz="1115" kern="0">
                <a:solidFill>
                  <a:sysClr val="windowText" lastClr="000000"/>
                </a:solidFill>
              </a:endParaRPr>
            </a:p>
          </p:txBody>
        </p:sp>
      </p:grpSp>
      <p:sp>
        <p:nvSpPr>
          <p:cNvPr id="27" name="Parallelogram 26"/>
          <p:cNvSpPr/>
          <p:nvPr userDrawn="1"/>
        </p:nvSpPr>
        <p:spPr>
          <a:xfrm rot="5400000" flipH="1">
            <a:off x="1163926" y="1489918"/>
            <a:ext cx="4173602" cy="6562562"/>
          </a:xfrm>
          <a:prstGeom prst="parallelogram">
            <a:avLst>
              <a:gd name="adj" fmla="val 63990"/>
            </a:avLst>
          </a:prstGeom>
          <a:gradFill flip="none" rotWithShape="1">
            <a:gsLst>
              <a:gs pos="0">
                <a:srgbClr val="00FF00"/>
              </a:gs>
              <a:gs pos="87000">
                <a:srgbClr val="006B09"/>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ndParaRPr>
          </a:p>
        </p:txBody>
      </p:sp>
      <p:sp>
        <p:nvSpPr>
          <p:cNvPr id="29" name="Title 1"/>
          <p:cNvSpPr>
            <a:spLocks noGrp="1"/>
          </p:cNvSpPr>
          <p:nvPr userDrawn="1">
            <p:ph type="ctrTitle" hasCustomPrompt="1"/>
          </p:nvPr>
        </p:nvSpPr>
        <p:spPr>
          <a:xfrm>
            <a:off x="381000" y="3967988"/>
            <a:ext cx="7359811" cy="1984248"/>
          </a:xfrm>
        </p:spPr>
        <p:txBody>
          <a:bodyPr lIns="0" tIns="0" rIns="0" bIns="0" anchor="b" anchorCtr="0">
            <a:noAutofit/>
          </a:bodyPr>
          <a:lstStyle>
            <a:lvl1pPr algn="l">
              <a:lnSpc>
                <a:spcPct val="80000"/>
              </a:lnSpc>
              <a:defRPr sz="8000">
                <a:solidFill>
                  <a:schemeClr val="tx1"/>
                </a:solidFill>
              </a:defRPr>
            </a:lvl1pPr>
          </a:lstStyle>
          <a:p>
            <a:r>
              <a:rPr lang="en-US" dirty="0"/>
              <a:t>Click to edit title</a:t>
            </a:r>
          </a:p>
        </p:txBody>
      </p:sp>
      <p:sp>
        <p:nvSpPr>
          <p:cNvPr id="30" name="Text Placeholder 3"/>
          <p:cNvSpPr>
            <a:spLocks noGrp="1"/>
          </p:cNvSpPr>
          <p:nvPr userDrawn="1">
            <p:ph type="body" sz="quarter" idx="10" hasCustomPrompt="1"/>
          </p:nvPr>
        </p:nvSpPr>
        <p:spPr>
          <a:xfrm>
            <a:off x="381000" y="6098413"/>
            <a:ext cx="7359632" cy="549275"/>
          </a:xfrm>
        </p:spPr>
        <p:txBody>
          <a:bodyPr lIns="0" tIns="0" rIns="0" bIns="0">
            <a:normAutofit/>
          </a:bodyPr>
          <a:lstStyle>
            <a:lvl1pPr algn="l">
              <a:defRPr sz="2800" b="1" cap="all" baseline="0">
                <a:solidFill>
                  <a:schemeClr val="tx1"/>
                </a:solidFill>
                <a:latin typeface="+mj-lt"/>
              </a:defRPr>
            </a:lvl1pPr>
          </a:lstStyle>
          <a:p>
            <a:pPr lvl="0"/>
            <a:r>
              <a:rPr lang="en-US" dirty="0"/>
              <a:t>Click to edit subtitle</a:t>
            </a:r>
          </a:p>
        </p:txBody>
      </p:sp>
      <p:sp>
        <p:nvSpPr>
          <p:cNvPr id="28" name="Parallelogram 27"/>
          <p:cNvSpPr/>
          <p:nvPr userDrawn="1"/>
        </p:nvSpPr>
        <p:spPr>
          <a:xfrm rot="16200000">
            <a:off x="1163926" y="-1194480"/>
            <a:ext cx="4173602" cy="6562562"/>
          </a:xfrm>
          <a:prstGeom prst="parallelogram">
            <a:avLst>
              <a:gd name="adj" fmla="val 63990"/>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977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Master: Dark">
    <p:bg>
      <p:bgPr>
        <a:gradFill flip="none" rotWithShape="1">
          <a:gsLst>
            <a:gs pos="48000">
              <a:srgbClr val="F4F4F4"/>
            </a:gs>
            <a:gs pos="100000">
              <a:srgbClr val="E4E4E4"/>
            </a:gs>
          </a:gsLst>
          <a:lin ang="5400000" scaled="0"/>
          <a:tileRect/>
        </a:gradFill>
        <a:effectLst/>
      </p:bgPr>
    </p:bg>
    <p:spTree>
      <p:nvGrpSpPr>
        <p:cNvPr id="1" name=""/>
        <p:cNvGrpSpPr/>
        <p:nvPr/>
      </p:nvGrpSpPr>
      <p:grpSpPr>
        <a:xfrm>
          <a:off x="0" y="0"/>
          <a:ext cx="0" cy="0"/>
          <a:chOff x="0" y="0"/>
          <a:chExt cx="0" cy="0"/>
        </a:xfrm>
      </p:grpSpPr>
      <p:pic>
        <p:nvPicPr>
          <p:cNvPr id="1028" name="Picture 4" descr="Image result for circuit photography"/>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2080" y="0"/>
            <a:ext cx="12224079" cy="686876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p:nvPr userDrawn="1"/>
        </p:nvSpPr>
        <p:spPr>
          <a:xfrm>
            <a:off x="-35668" y="0"/>
            <a:ext cx="12227668" cy="6858000"/>
          </a:xfrm>
          <a:prstGeom prst="rect">
            <a:avLst/>
          </a:prstGeom>
          <a:gradFill>
            <a:gsLst>
              <a:gs pos="28000">
                <a:schemeClr val="bg1">
                  <a:alpha val="67000"/>
                </a:schemeClr>
              </a:gs>
              <a:gs pos="67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0" name="Group 4"/>
          <p:cNvGrpSpPr>
            <a:grpSpLocks noChangeAspect="1"/>
          </p:cNvGrpSpPr>
          <p:nvPr userDrawn="1"/>
        </p:nvGrpSpPr>
        <p:grpSpPr bwMode="auto">
          <a:xfrm>
            <a:off x="10090370" y="442495"/>
            <a:ext cx="1749397" cy="462761"/>
            <a:chOff x="243" y="1559"/>
            <a:chExt cx="1308" cy="346"/>
          </a:xfrm>
        </p:grpSpPr>
        <p:sp>
          <p:nvSpPr>
            <p:cNvPr id="11" name="Freeform 6"/>
            <p:cNvSpPr>
              <a:spLocks/>
            </p:cNvSpPr>
            <p:nvPr/>
          </p:nvSpPr>
          <p:spPr bwMode="auto">
            <a:xfrm>
              <a:off x="1005" y="1559"/>
              <a:ext cx="129" cy="137"/>
            </a:xfrm>
            <a:custGeom>
              <a:avLst/>
              <a:gdLst>
                <a:gd name="T0" fmla="*/ 0 w 387"/>
                <a:gd name="T1" fmla="*/ 0 h 411"/>
                <a:gd name="T2" fmla="*/ 387 w 387"/>
                <a:gd name="T3" fmla="*/ 157 h 411"/>
                <a:gd name="T4" fmla="*/ 387 w 387"/>
                <a:gd name="T5" fmla="*/ 254 h 411"/>
                <a:gd name="T6" fmla="*/ 0 w 387"/>
                <a:gd name="T7" fmla="*/ 411 h 411"/>
                <a:gd name="T8" fmla="*/ 0 w 387"/>
                <a:gd name="T9" fmla="*/ 290 h 411"/>
                <a:gd name="T10" fmla="*/ 226 w 387"/>
                <a:gd name="T11" fmla="*/ 206 h 411"/>
                <a:gd name="T12" fmla="*/ 0 w 387"/>
                <a:gd name="T13" fmla="*/ 117 h 411"/>
                <a:gd name="T14" fmla="*/ 0 w 387"/>
                <a:gd name="T15" fmla="*/ 0 h 4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7" h="411">
                  <a:moveTo>
                    <a:pt x="0" y="0"/>
                  </a:moveTo>
                  <a:lnTo>
                    <a:pt x="387" y="157"/>
                  </a:lnTo>
                  <a:lnTo>
                    <a:pt x="387" y="254"/>
                  </a:lnTo>
                  <a:lnTo>
                    <a:pt x="0" y="411"/>
                  </a:lnTo>
                  <a:lnTo>
                    <a:pt x="0" y="290"/>
                  </a:lnTo>
                  <a:lnTo>
                    <a:pt x="226" y="206"/>
                  </a:lnTo>
                  <a:lnTo>
                    <a:pt x="0" y="117"/>
                  </a:lnTo>
                  <a:lnTo>
                    <a:pt x="0" y="0"/>
                  </a:lnTo>
                  <a:close/>
                </a:path>
              </a:pathLst>
            </a:custGeom>
            <a:solidFill>
              <a:srgbClr val="00D700"/>
            </a:solidFill>
            <a:ln w="0">
              <a:noFill/>
              <a:prstDash val="solid"/>
              <a:round/>
              <a:headEnd/>
              <a:tailEnd/>
            </a:ln>
          </p:spPr>
          <p:txBody>
            <a:bodyPr vert="horz" wrap="square" lIns="56650" tIns="28325" rIns="56650" bIns="28325" numCol="1" anchor="t" anchorCtr="0" compatLnSpc="1">
              <a:prstTxWarp prst="textNoShape">
                <a:avLst/>
              </a:prstTxWarp>
            </a:bodyPr>
            <a:lstStyle/>
            <a:p>
              <a:pPr defTabSz="566471"/>
              <a:endParaRPr lang="en-US" sz="1115" kern="0" dirty="0">
                <a:solidFill>
                  <a:sysClr val="windowText" lastClr="000000"/>
                </a:solidFill>
              </a:endParaRPr>
            </a:p>
          </p:txBody>
        </p:sp>
        <p:sp>
          <p:nvSpPr>
            <p:cNvPr id="12" name="Freeform 7"/>
            <p:cNvSpPr>
              <a:spLocks noEditPoints="1"/>
            </p:cNvSpPr>
            <p:nvPr/>
          </p:nvSpPr>
          <p:spPr bwMode="auto">
            <a:xfrm>
              <a:off x="243" y="1704"/>
              <a:ext cx="1308" cy="201"/>
            </a:xfrm>
            <a:custGeom>
              <a:avLst/>
              <a:gdLst>
                <a:gd name="T0" fmla="*/ 127 w 3923"/>
                <a:gd name="T1" fmla="*/ 475 h 602"/>
                <a:gd name="T2" fmla="*/ 251 w 3923"/>
                <a:gd name="T3" fmla="*/ 489 h 602"/>
                <a:gd name="T4" fmla="*/ 3668 w 3923"/>
                <a:gd name="T5" fmla="*/ 231 h 602"/>
                <a:gd name="T6" fmla="*/ 3770 w 3923"/>
                <a:gd name="T7" fmla="*/ 234 h 602"/>
                <a:gd name="T8" fmla="*/ 1553 w 3923"/>
                <a:gd name="T9" fmla="*/ 261 h 602"/>
                <a:gd name="T10" fmla="*/ 1645 w 3923"/>
                <a:gd name="T11" fmla="*/ 218 h 602"/>
                <a:gd name="T12" fmla="*/ 2880 w 3923"/>
                <a:gd name="T13" fmla="*/ 500 h 602"/>
                <a:gd name="T14" fmla="*/ 2980 w 3923"/>
                <a:gd name="T15" fmla="*/ 138 h 602"/>
                <a:gd name="T16" fmla="*/ 2900 w 3923"/>
                <a:gd name="T17" fmla="*/ 594 h 602"/>
                <a:gd name="T18" fmla="*/ 2716 w 3923"/>
                <a:gd name="T19" fmla="*/ 508 h 602"/>
                <a:gd name="T20" fmla="*/ 3360 w 3923"/>
                <a:gd name="T21" fmla="*/ 279 h 602"/>
                <a:gd name="T22" fmla="*/ 3324 w 3923"/>
                <a:gd name="T23" fmla="*/ 220 h 602"/>
                <a:gd name="T24" fmla="*/ 3775 w 3923"/>
                <a:gd name="T25" fmla="*/ 134 h 602"/>
                <a:gd name="T26" fmla="*/ 3923 w 3923"/>
                <a:gd name="T27" fmla="*/ 342 h 602"/>
                <a:gd name="T28" fmla="*/ 3703 w 3923"/>
                <a:gd name="T29" fmla="*/ 508 h 602"/>
                <a:gd name="T30" fmla="*/ 3916 w 3923"/>
                <a:gd name="T31" fmla="*/ 478 h 602"/>
                <a:gd name="T32" fmla="*/ 3685 w 3923"/>
                <a:gd name="T33" fmla="*/ 600 h 602"/>
                <a:gd name="T34" fmla="*/ 3502 w 3923"/>
                <a:gd name="T35" fmla="*/ 411 h 602"/>
                <a:gd name="T36" fmla="*/ 3597 w 3923"/>
                <a:gd name="T37" fmla="*/ 160 h 602"/>
                <a:gd name="T38" fmla="*/ 2261 w 3923"/>
                <a:gd name="T39" fmla="*/ 158 h 602"/>
                <a:gd name="T40" fmla="*/ 2180 w 3923"/>
                <a:gd name="T41" fmla="*/ 283 h 602"/>
                <a:gd name="T42" fmla="*/ 2052 w 3923"/>
                <a:gd name="T43" fmla="*/ 258 h 602"/>
                <a:gd name="T44" fmla="*/ 2045 w 3923"/>
                <a:gd name="T45" fmla="*/ 188 h 602"/>
                <a:gd name="T46" fmla="*/ 1682 w 3923"/>
                <a:gd name="T47" fmla="*/ 134 h 602"/>
                <a:gd name="T48" fmla="*/ 1830 w 3923"/>
                <a:gd name="T49" fmla="*/ 342 h 602"/>
                <a:gd name="T50" fmla="*/ 1610 w 3923"/>
                <a:gd name="T51" fmla="*/ 508 h 602"/>
                <a:gd name="T52" fmla="*/ 1823 w 3923"/>
                <a:gd name="T53" fmla="*/ 478 h 602"/>
                <a:gd name="T54" fmla="*/ 1594 w 3923"/>
                <a:gd name="T55" fmla="*/ 600 h 602"/>
                <a:gd name="T56" fmla="*/ 1410 w 3923"/>
                <a:gd name="T57" fmla="*/ 411 h 602"/>
                <a:gd name="T58" fmla="*/ 1505 w 3923"/>
                <a:gd name="T59" fmla="*/ 160 h 602"/>
                <a:gd name="T60" fmla="*/ 1265 w 3923"/>
                <a:gd name="T61" fmla="*/ 154 h 602"/>
                <a:gd name="T62" fmla="*/ 1218 w 3923"/>
                <a:gd name="T63" fmla="*/ 260 h 602"/>
                <a:gd name="T64" fmla="*/ 1081 w 3923"/>
                <a:gd name="T65" fmla="*/ 277 h 602"/>
                <a:gd name="T66" fmla="*/ 1103 w 3923"/>
                <a:gd name="T67" fmla="*/ 488 h 602"/>
                <a:gd name="T68" fmla="*/ 1240 w 3923"/>
                <a:gd name="T69" fmla="*/ 424 h 602"/>
                <a:gd name="T70" fmla="*/ 1192 w 3923"/>
                <a:gd name="T71" fmla="*/ 598 h 602"/>
                <a:gd name="T72" fmla="*/ 957 w 3923"/>
                <a:gd name="T73" fmla="*/ 478 h 602"/>
                <a:gd name="T74" fmla="*/ 990 w 3923"/>
                <a:gd name="T75" fmla="*/ 199 h 602"/>
                <a:gd name="T76" fmla="*/ 743 w 3923"/>
                <a:gd name="T77" fmla="*/ 134 h 602"/>
                <a:gd name="T78" fmla="*/ 761 w 3923"/>
                <a:gd name="T79" fmla="*/ 300 h 602"/>
                <a:gd name="T80" fmla="*/ 634 w 3923"/>
                <a:gd name="T81" fmla="*/ 244 h 602"/>
                <a:gd name="T82" fmla="*/ 609 w 3923"/>
                <a:gd name="T83" fmla="*/ 456 h 602"/>
                <a:gd name="T84" fmla="*/ 755 w 3923"/>
                <a:gd name="T85" fmla="*/ 468 h 602"/>
                <a:gd name="T86" fmla="*/ 787 w 3923"/>
                <a:gd name="T87" fmla="*/ 579 h 602"/>
                <a:gd name="T88" fmla="*/ 517 w 3923"/>
                <a:gd name="T89" fmla="*/ 532 h 602"/>
                <a:gd name="T90" fmla="*/ 486 w 3923"/>
                <a:gd name="T91" fmla="*/ 254 h 602"/>
                <a:gd name="T92" fmla="*/ 209 w 3923"/>
                <a:gd name="T93" fmla="*/ 128 h 602"/>
                <a:gd name="T94" fmla="*/ 394 w 3923"/>
                <a:gd name="T95" fmla="*/ 256 h 602"/>
                <a:gd name="T96" fmla="*/ 178 w 3923"/>
                <a:gd name="T97" fmla="*/ 600 h 602"/>
                <a:gd name="T98" fmla="*/ 2 w 3923"/>
                <a:gd name="T99" fmla="*/ 496 h 602"/>
                <a:gd name="T100" fmla="*/ 98 w 3923"/>
                <a:gd name="T101" fmla="*/ 331 h 602"/>
                <a:gd name="T102" fmla="*/ 254 w 3923"/>
                <a:gd name="T103" fmla="*/ 238 h 602"/>
                <a:gd name="T104" fmla="*/ 135 w 3923"/>
                <a:gd name="T105" fmla="*/ 278 h 602"/>
                <a:gd name="T106" fmla="*/ 174 w 3923"/>
                <a:gd name="T107" fmla="*/ 129 h 602"/>
                <a:gd name="T108" fmla="*/ 2552 w 3923"/>
                <a:gd name="T109" fmla="*/ 480 h 602"/>
                <a:gd name="T110" fmla="*/ 2591 w 3923"/>
                <a:gd name="T111" fmla="*/ 597 h 602"/>
                <a:gd name="T112" fmla="*/ 2417 w 3923"/>
                <a:gd name="T113" fmla="*/ 460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23" h="602">
                  <a:moveTo>
                    <a:pt x="220" y="397"/>
                  </a:moveTo>
                  <a:lnTo>
                    <a:pt x="191" y="399"/>
                  </a:lnTo>
                  <a:lnTo>
                    <a:pt x="167" y="404"/>
                  </a:lnTo>
                  <a:lnTo>
                    <a:pt x="149" y="411"/>
                  </a:lnTo>
                  <a:lnTo>
                    <a:pt x="136" y="422"/>
                  </a:lnTo>
                  <a:lnTo>
                    <a:pt x="128" y="438"/>
                  </a:lnTo>
                  <a:lnTo>
                    <a:pt x="125" y="456"/>
                  </a:lnTo>
                  <a:lnTo>
                    <a:pt x="125" y="460"/>
                  </a:lnTo>
                  <a:lnTo>
                    <a:pt x="127" y="475"/>
                  </a:lnTo>
                  <a:lnTo>
                    <a:pt x="131" y="488"/>
                  </a:lnTo>
                  <a:lnTo>
                    <a:pt x="140" y="498"/>
                  </a:lnTo>
                  <a:lnTo>
                    <a:pt x="152" y="506"/>
                  </a:lnTo>
                  <a:lnTo>
                    <a:pt x="167" y="511"/>
                  </a:lnTo>
                  <a:lnTo>
                    <a:pt x="186" y="513"/>
                  </a:lnTo>
                  <a:lnTo>
                    <a:pt x="205" y="512"/>
                  </a:lnTo>
                  <a:lnTo>
                    <a:pt x="222" y="507"/>
                  </a:lnTo>
                  <a:lnTo>
                    <a:pt x="238" y="500"/>
                  </a:lnTo>
                  <a:lnTo>
                    <a:pt x="251" y="489"/>
                  </a:lnTo>
                  <a:lnTo>
                    <a:pt x="262" y="476"/>
                  </a:lnTo>
                  <a:lnTo>
                    <a:pt x="268" y="460"/>
                  </a:lnTo>
                  <a:lnTo>
                    <a:pt x="270" y="441"/>
                  </a:lnTo>
                  <a:lnTo>
                    <a:pt x="270" y="397"/>
                  </a:lnTo>
                  <a:lnTo>
                    <a:pt x="220" y="397"/>
                  </a:lnTo>
                  <a:close/>
                  <a:moveTo>
                    <a:pt x="3716" y="217"/>
                  </a:moveTo>
                  <a:lnTo>
                    <a:pt x="3700" y="218"/>
                  </a:lnTo>
                  <a:lnTo>
                    <a:pt x="3684" y="223"/>
                  </a:lnTo>
                  <a:lnTo>
                    <a:pt x="3668" y="231"/>
                  </a:lnTo>
                  <a:lnTo>
                    <a:pt x="3655" y="243"/>
                  </a:lnTo>
                  <a:lnTo>
                    <a:pt x="3645" y="261"/>
                  </a:lnTo>
                  <a:lnTo>
                    <a:pt x="3636" y="284"/>
                  </a:lnTo>
                  <a:lnTo>
                    <a:pt x="3630" y="312"/>
                  </a:lnTo>
                  <a:lnTo>
                    <a:pt x="3800" y="312"/>
                  </a:lnTo>
                  <a:lnTo>
                    <a:pt x="3796" y="286"/>
                  </a:lnTo>
                  <a:lnTo>
                    <a:pt x="3790" y="264"/>
                  </a:lnTo>
                  <a:lnTo>
                    <a:pt x="3782" y="247"/>
                  </a:lnTo>
                  <a:lnTo>
                    <a:pt x="3770" y="234"/>
                  </a:lnTo>
                  <a:lnTo>
                    <a:pt x="3754" y="224"/>
                  </a:lnTo>
                  <a:lnTo>
                    <a:pt x="3737" y="218"/>
                  </a:lnTo>
                  <a:lnTo>
                    <a:pt x="3716" y="217"/>
                  </a:lnTo>
                  <a:close/>
                  <a:moveTo>
                    <a:pt x="1625" y="217"/>
                  </a:moveTo>
                  <a:lnTo>
                    <a:pt x="1608" y="218"/>
                  </a:lnTo>
                  <a:lnTo>
                    <a:pt x="1591" y="223"/>
                  </a:lnTo>
                  <a:lnTo>
                    <a:pt x="1577" y="231"/>
                  </a:lnTo>
                  <a:lnTo>
                    <a:pt x="1564" y="243"/>
                  </a:lnTo>
                  <a:lnTo>
                    <a:pt x="1553" y="261"/>
                  </a:lnTo>
                  <a:lnTo>
                    <a:pt x="1543" y="284"/>
                  </a:lnTo>
                  <a:lnTo>
                    <a:pt x="1537" y="312"/>
                  </a:lnTo>
                  <a:lnTo>
                    <a:pt x="1707" y="312"/>
                  </a:lnTo>
                  <a:lnTo>
                    <a:pt x="1705" y="286"/>
                  </a:lnTo>
                  <a:lnTo>
                    <a:pt x="1699" y="264"/>
                  </a:lnTo>
                  <a:lnTo>
                    <a:pt x="1689" y="247"/>
                  </a:lnTo>
                  <a:lnTo>
                    <a:pt x="1677" y="234"/>
                  </a:lnTo>
                  <a:lnTo>
                    <a:pt x="1662" y="224"/>
                  </a:lnTo>
                  <a:lnTo>
                    <a:pt x="1645" y="218"/>
                  </a:lnTo>
                  <a:lnTo>
                    <a:pt x="1625" y="217"/>
                  </a:lnTo>
                  <a:close/>
                  <a:moveTo>
                    <a:pt x="2708" y="138"/>
                  </a:moveTo>
                  <a:lnTo>
                    <a:pt x="2835" y="138"/>
                  </a:lnTo>
                  <a:lnTo>
                    <a:pt x="2835" y="426"/>
                  </a:lnTo>
                  <a:lnTo>
                    <a:pt x="2837" y="450"/>
                  </a:lnTo>
                  <a:lnTo>
                    <a:pt x="2842" y="469"/>
                  </a:lnTo>
                  <a:lnTo>
                    <a:pt x="2850" y="484"/>
                  </a:lnTo>
                  <a:lnTo>
                    <a:pt x="2863" y="494"/>
                  </a:lnTo>
                  <a:lnTo>
                    <a:pt x="2880" y="500"/>
                  </a:lnTo>
                  <a:lnTo>
                    <a:pt x="2900" y="502"/>
                  </a:lnTo>
                  <a:lnTo>
                    <a:pt x="2918" y="501"/>
                  </a:lnTo>
                  <a:lnTo>
                    <a:pt x="2935" y="495"/>
                  </a:lnTo>
                  <a:lnTo>
                    <a:pt x="2951" y="487"/>
                  </a:lnTo>
                  <a:lnTo>
                    <a:pt x="2962" y="475"/>
                  </a:lnTo>
                  <a:lnTo>
                    <a:pt x="2972" y="459"/>
                  </a:lnTo>
                  <a:lnTo>
                    <a:pt x="2978" y="441"/>
                  </a:lnTo>
                  <a:lnTo>
                    <a:pt x="2980" y="418"/>
                  </a:lnTo>
                  <a:lnTo>
                    <a:pt x="2980" y="138"/>
                  </a:lnTo>
                  <a:lnTo>
                    <a:pt x="3107" y="138"/>
                  </a:lnTo>
                  <a:lnTo>
                    <a:pt x="3107" y="592"/>
                  </a:lnTo>
                  <a:lnTo>
                    <a:pt x="2980" y="592"/>
                  </a:lnTo>
                  <a:lnTo>
                    <a:pt x="2980" y="525"/>
                  </a:lnTo>
                  <a:lnTo>
                    <a:pt x="2970" y="543"/>
                  </a:lnTo>
                  <a:lnTo>
                    <a:pt x="2957" y="559"/>
                  </a:lnTo>
                  <a:lnTo>
                    <a:pt x="2941" y="573"/>
                  </a:lnTo>
                  <a:lnTo>
                    <a:pt x="2922" y="585"/>
                  </a:lnTo>
                  <a:lnTo>
                    <a:pt x="2900" y="594"/>
                  </a:lnTo>
                  <a:lnTo>
                    <a:pt x="2876" y="600"/>
                  </a:lnTo>
                  <a:lnTo>
                    <a:pt x="2849" y="602"/>
                  </a:lnTo>
                  <a:lnTo>
                    <a:pt x="2823" y="600"/>
                  </a:lnTo>
                  <a:lnTo>
                    <a:pt x="2798" y="594"/>
                  </a:lnTo>
                  <a:lnTo>
                    <a:pt x="2776" y="585"/>
                  </a:lnTo>
                  <a:lnTo>
                    <a:pt x="2756" y="572"/>
                  </a:lnTo>
                  <a:lnTo>
                    <a:pt x="2739" y="554"/>
                  </a:lnTo>
                  <a:lnTo>
                    <a:pt x="2726" y="534"/>
                  </a:lnTo>
                  <a:lnTo>
                    <a:pt x="2716" y="508"/>
                  </a:lnTo>
                  <a:lnTo>
                    <a:pt x="2709" y="478"/>
                  </a:lnTo>
                  <a:lnTo>
                    <a:pt x="2708" y="445"/>
                  </a:lnTo>
                  <a:lnTo>
                    <a:pt x="2708" y="138"/>
                  </a:lnTo>
                  <a:close/>
                  <a:moveTo>
                    <a:pt x="3461" y="132"/>
                  </a:moveTo>
                  <a:lnTo>
                    <a:pt x="3461" y="256"/>
                  </a:lnTo>
                  <a:lnTo>
                    <a:pt x="3430" y="258"/>
                  </a:lnTo>
                  <a:lnTo>
                    <a:pt x="3403" y="262"/>
                  </a:lnTo>
                  <a:lnTo>
                    <a:pt x="3379" y="268"/>
                  </a:lnTo>
                  <a:lnTo>
                    <a:pt x="3360" y="279"/>
                  </a:lnTo>
                  <a:lnTo>
                    <a:pt x="3345" y="292"/>
                  </a:lnTo>
                  <a:lnTo>
                    <a:pt x="3334" y="310"/>
                  </a:lnTo>
                  <a:lnTo>
                    <a:pt x="3327" y="332"/>
                  </a:lnTo>
                  <a:lnTo>
                    <a:pt x="3324" y="358"/>
                  </a:lnTo>
                  <a:lnTo>
                    <a:pt x="3324" y="592"/>
                  </a:lnTo>
                  <a:lnTo>
                    <a:pt x="3198" y="592"/>
                  </a:lnTo>
                  <a:lnTo>
                    <a:pt x="3198" y="138"/>
                  </a:lnTo>
                  <a:lnTo>
                    <a:pt x="3324" y="138"/>
                  </a:lnTo>
                  <a:lnTo>
                    <a:pt x="3324" y="220"/>
                  </a:lnTo>
                  <a:lnTo>
                    <a:pt x="3339" y="193"/>
                  </a:lnTo>
                  <a:lnTo>
                    <a:pt x="3357" y="171"/>
                  </a:lnTo>
                  <a:lnTo>
                    <a:pt x="3377" y="153"/>
                  </a:lnTo>
                  <a:lnTo>
                    <a:pt x="3401" y="141"/>
                  </a:lnTo>
                  <a:lnTo>
                    <a:pt x="3430" y="134"/>
                  </a:lnTo>
                  <a:lnTo>
                    <a:pt x="3461" y="132"/>
                  </a:lnTo>
                  <a:close/>
                  <a:moveTo>
                    <a:pt x="3715" y="128"/>
                  </a:moveTo>
                  <a:lnTo>
                    <a:pt x="3746" y="129"/>
                  </a:lnTo>
                  <a:lnTo>
                    <a:pt x="3775" y="134"/>
                  </a:lnTo>
                  <a:lnTo>
                    <a:pt x="3802" y="142"/>
                  </a:lnTo>
                  <a:lnTo>
                    <a:pt x="3827" y="154"/>
                  </a:lnTo>
                  <a:lnTo>
                    <a:pt x="3850" y="170"/>
                  </a:lnTo>
                  <a:lnTo>
                    <a:pt x="3872" y="188"/>
                  </a:lnTo>
                  <a:lnTo>
                    <a:pt x="3888" y="211"/>
                  </a:lnTo>
                  <a:lnTo>
                    <a:pt x="3903" y="237"/>
                  </a:lnTo>
                  <a:lnTo>
                    <a:pt x="3913" y="268"/>
                  </a:lnTo>
                  <a:lnTo>
                    <a:pt x="3920" y="303"/>
                  </a:lnTo>
                  <a:lnTo>
                    <a:pt x="3923" y="342"/>
                  </a:lnTo>
                  <a:lnTo>
                    <a:pt x="3923" y="397"/>
                  </a:lnTo>
                  <a:lnTo>
                    <a:pt x="3628" y="397"/>
                  </a:lnTo>
                  <a:lnTo>
                    <a:pt x="3631" y="424"/>
                  </a:lnTo>
                  <a:lnTo>
                    <a:pt x="3637" y="448"/>
                  </a:lnTo>
                  <a:lnTo>
                    <a:pt x="3646" y="468"/>
                  </a:lnTo>
                  <a:lnTo>
                    <a:pt x="3657" y="483"/>
                  </a:lnTo>
                  <a:lnTo>
                    <a:pt x="3670" y="495"/>
                  </a:lnTo>
                  <a:lnTo>
                    <a:pt x="3685" y="504"/>
                  </a:lnTo>
                  <a:lnTo>
                    <a:pt x="3703" y="508"/>
                  </a:lnTo>
                  <a:lnTo>
                    <a:pt x="3722" y="510"/>
                  </a:lnTo>
                  <a:lnTo>
                    <a:pt x="3745" y="507"/>
                  </a:lnTo>
                  <a:lnTo>
                    <a:pt x="3764" y="501"/>
                  </a:lnTo>
                  <a:lnTo>
                    <a:pt x="3780" y="493"/>
                  </a:lnTo>
                  <a:lnTo>
                    <a:pt x="3791" y="481"/>
                  </a:lnTo>
                  <a:lnTo>
                    <a:pt x="3800" y="466"/>
                  </a:lnTo>
                  <a:lnTo>
                    <a:pt x="3806" y="451"/>
                  </a:lnTo>
                  <a:lnTo>
                    <a:pt x="3923" y="451"/>
                  </a:lnTo>
                  <a:lnTo>
                    <a:pt x="3916" y="478"/>
                  </a:lnTo>
                  <a:lnTo>
                    <a:pt x="3905" y="504"/>
                  </a:lnTo>
                  <a:lnTo>
                    <a:pt x="3891" y="528"/>
                  </a:lnTo>
                  <a:lnTo>
                    <a:pt x="3872" y="549"/>
                  </a:lnTo>
                  <a:lnTo>
                    <a:pt x="3849" y="567"/>
                  </a:lnTo>
                  <a:lnTo>
                    <a:pt x="3823" y="582"/>
                  </a:lnTo>
                  <a:lnTo>
                    <a:pt x="3791" y="592"/>
                  </a:lnTo>
                  <a:lnTo>
                    <a:pt x="3758" y="600"/>
                  </a:lnTo>
                  <a:lnTo>
                    <a:pt x="3720" y="602"/>
                  </a:lnTo>
                  <a:lnTo>
                    <a:pt x="3685" y="600"/>
                  </a:lnTo>
                  <a:lnTo>
                    <a:pt x="3653" y="594"/>
                  </a:lnTo>
                  <a:lnTo>
                    <a:pt x="3623" y="584"/>
                  </a:lnTo>
                  <a:lnTo>
                    <a:pt x="3597" y="571"/>
                  </a:lnTo>
                  <a:lnTo>
                    <a:pt x="3572" y="554"/>
                  </a:lnTo>
                  <a:lnTo>
                    <a:pt x="3551" y="532"/>
                  </a:lnTo>
                  <a:lnTo>
                    <a:pt x="3533" y="508"/>
                  </a:lnTo>
                  <a:lnTo>
                    <a:pt x="3519" y="480"/>
                  </a:lnTo>
                  <a:lnTo>
                    <a:pt x="3508" y="447"/>
                  </a:lnTo>
                  <a:lnTo>
                    <a:pt x="3502" y="411"/>
                  </a:lnTo>
                  <a:lnTo>
                    <a:pt x="3500" y="372"/>
                  </a:lnTo>
                  <a:lnTo>
                    <a:pt x="3500" y="363"/>
                  </a:lnTo>
                  <a:lnTo>
                    <a:pt x="3502" y="324"/>
                  </a:lnTo>
                  <a:lnTo>
                    <a:pt x="3510" y="288"/>
                  </a:lnTo>
                  <a:lnTo>
                    <a:pt x="3520" y="255"/>
                  </a:lnTo>
                  <a:lnTo>
                    <a:pt x="3535" y="225"/>
                  </a:lnTo>
                  <a:lnTo>
                    <a:pt x="3553" y="200"/>
                  </a:lnTo>
                  <a:lnTo>
                    <a:pt x="3573" y="178"/>
                  </a:lnTo>
                  <a:lnTo>
                    <a:pt x="3597" y="160"/>
                  </a:lnTo>
                  <a:lnTo>
                    <a:pt x="3624" y="146"/>
                  </a:lnTo>
                  <a:lnTo>
                    <a:pt x="3653" y="136"/>
                  </a:lnTo>
                  <a:lnTo>
                    <a:pt x="3683" y="130"/>
                  </a:lnTo>
                  <a:lnTo>
                    <a:pt x="3715" y="128"/>
                  </a:lnTo>
                  <a:close/>
                  <a:moveTo>
                    <a:pt x="2170" y="128"/>
                  </a:moveTo>
                  <a:lnTo>
                    <a:pt x="2197" y="129"/>
                  </a:lnTo>
                  <a:lnTo>
                    <a:pt x="2222" y="135"/>
                  </a:lnTo>
                  <a:lnTo>
                    <a:pt x="2243" y="145"/>
                  </a:lnTo>
                  <a:lnTo>
                    <a:pt x="2261" y="158"/>
                  </a:lnTo>
                  <a:lnTo>
                    <a:pt x="2278" y="176"/>
                  </a:lnTo>
                  <a:lnTo>
                    <a:pt x="2291" y="198"/>
                  </a:lnTo>
                  <a:lnTo>
                    <a:pt x="2300" y="223"/>
                  </a:lnTo>
                  <a:lnTo>
                    <a:pt x="2305" y="253"/>
                  </a:lnTo>
                  <a:lnTo>
                    <a:pt x="2308" y="288"/>
                  </a:lnTo>
                  <a:lnTo>
                    <a:pt x="2308" y="592"/>
                  </a:lnTo>
                  <a:lnTo>
                    <a:pt x="2181" y="592"/>
                  </a:lnTo>
                  <a:lnTo>
                    <a:pt x="2181" y="307"/>
                  </a:lnTo>
                  <a:lnTo>
                    <a:pt x="2180" y="283"/>
                  </a:lnTo>
                  <a:lnTo>
                    <a:pt x="2174" y="264"/>
                  </a:lnTo>
                  <a:lnTo>
                    <a:pt x="2165" y="249"/>
                  </a:lnTo>
                  <a:lnTo>
                    <a:pt x="2151" y="238"/>
                  </a:lnTo>
                  <a:lnTo>
                    <a:pt x="2135" y="232"/>
                  </a:lnTo>
                  <a:lnTo>
                    <a:pt x="2114" y="230"/>
                  </a:lnTo>
                  <a:lnTo>
                    <a:pt x="2095" y="232"/>
                  </a:lnTo>
                  <a:lnTo>
                    <a:pt x="2079" y="237"/>
                  </a:lnTo>
                  <a:lnTo>
                    <a:pt x="2064" y="246"/>
                  </a:lnTo>
                  <a:lnTo>
                    <a:pt x="2052" y="258"/>
                  </a:lnTo>
                  <a:lnTo>
                    <a:pt x="2043" y="273"/>
                  </a:lnTo>
                  <a:lnTo>
                    <a:pt x="2037" y="292"/>
                  </a:lnTo>
                  <a:lnTo>
                    <a:pt x="2034" y="315"/>
                  </a:lnTo>
                  <a:lnTo>
                    <a:pt x="2034" y="592"/>
                  </a:lnTo>
                  <a:lnTo>
                    <a:pt x="1908" y="592"/>
                  </a:lnTo>
                  <a:lnTo>
                    <a:pt x="1908" y="138"/>
                  </a:lnTo>
                  <a:lnTo>
                    <a:pt x="2034" y="138"/>
                  </a:lnTo>
                  <a:lnTo>
                    <a:pt x="2034" y="205"/>
                  </a:lnTo>
                  <a:lnTo>
                    <a:pt x="2045" y="188"/>
                  </a:lnTo>
                  <a:lnTo>
                    <a:pt x="2059" y="171"/>
                  </a:lnTo>
                  <a:lnTo>
                    <a:pt x="2076" y="157"/>
                  </a:lnTo>
                  <a:lnTo>
                    <a:pt x="2095" y="145"/>
                  </a:lnTo>
                  <a:lnTo>
                    <a:pt x="2118" y="136"/>
                  </a:lnTo>
                  <a:lnTo>
                    <a:pt x="2143" y="130"/>
                  </a:lnTo>
                  <a:lnTo>
                    <a:pt x="2170" y="128"/>
                  </a:lnTo>
                  <a:close/>
                  <a:moveTo>
                    <a:pt x="1623" y="128"/>
                  </a:moveTo>
                  <a:lnTo>
                    <a:pt x="1653" y="129"/>
                  </a:lnTo>
                  <a:lnTo>
                    <a:pt x="1682" y="134"/>
                  </a:lnTo>
                  <a:lnTo>
                    <a:pt x="1709" y="142"/>
                  </a:lnTo>
                  <a:lnTo>
                    <a:pt x="1736" y="154"/>
                  </a:lnTo>
                  <a:lnTo>
                    <a:pt x="1758" y="170"/>
                  </a:lnTo>
                  <a:lnTo>
                    <a:pt x="1779" y="188"/>
                  </a:lnTo>
                  <a:lnTo>
                    <a:pt x="1797" y="211"/>
                  </a:lnTo>
                  <a:lnTo>
                    <a:pt x="1811" y="237"/>
                  </a:lnTo>
                  <a:lnTo>
                    <a:pt x="1822" y="268"/>
                  </a:lnTo>
                  <a:lnTo>
                    <a:pt x="1828" y="303"/>
                  </a:lnTo>
                  <a:lnTo>
                    <a:pt x="1830" y="342"/>
                  </a:lnTo>
                  <a:lnTo>
                    <a:pt x="1830" y="397"/>
                  </a:lnTo>
                  <a:lnTo>
                    <a:pt x="1536" y="397"/>
                  </a:lnTo>
                  <a:lnTo>
                    <a:pt x="1540" y="424"/>
                  </a:lnTo>
                  <a:lnTo>
                    <a:pt x="1546" y="448"/>
                  </a:lnTo>
                  <a:lnTo>
                    <a:pt x="1554" y="468"/>
                  </a:lnTo>
                  <a:lnTo>
                    <a:pt x="1565" y="483"/>
                  </a:lnTo>
                  <a:lnTo>
                    <a:pt x="1578" y="495"/>
                  </a:lnTo>
                  <a:lnTo>
                    <a:pt x="1594" y="504"/>
                  </a:lnTo>
                  <a:lnTo>
                    <a:pt x="1610" y="508"/>
                  </a:lnTo>
                  <a:lnTo>
                    <a:pt x="1631" y="510"/>
                  </a:lnTo>
                  <a:lnTo>
                    <a:pt x="1652" y="507"/>
                  </a:lnTo>
                  <a:lnTo>
                    <a:pt x="1671" y="501"/>
                  </a:lnTo>
                  <a:lnTo>
                    <a:pt x="1687" y="493"/>
                  </a:lnTo>
                  <a:lnTo>
                    <a:pt x="1699" y="481"/>
                  </a:lnTo>
                  <a:lnTo>
                    <a:pt x="1707" y="466"/>
                  </a:lnTo>
                  <a:lnTo>
                    <a:pt x="1713" y="451"/>
                  </a:lnTo>
                  <a:lnTo>
                    <a:pt x="1830" y="451"/>
                  </a:lnTo>
                  <a:lnTo>
                    <a:pt x="1823" y="478"/>
                  </a:lnTo>
                  <a:lnTo>
                    <a:pt x="1812" y="504"/>
                  </a:lnTo>
                  <a:lnTo>
                    <a:pt x="1798" y="528"/>
                  </a:lnTo>
                  <a:lnTo>
                    <a:pt x="1779" y="549"/>
                  </a:lnTo>
                  <a:lnTo>
                    <a:pt x="1756" y="567"/>
                  </a:lnTo>
                  <a:lnTo>
                    <a:pt x="1730" y="582"/>
                  </a:lnTo>
                  <a:lnTo>
                    <a:pt x="1700" y="592"/>
                  </a:lnTo>
                  <a:lnTo>
                    <a:pt x="1665" y="600"/>
                  </a:lnTo>
                  <a:lnTo>
                    <a:pt x="1628" y="602"/>
                  </a:lnTo>
                  <a:lnTo>
                    <a:pt x="1594" y="600"/>
                  </a:lnTo>
                  <a:lnTo>
                    <a:pt x="1561" y="594"/>
                  </a:lnTo>
                  <a:lnTo>
                    <a:pt x="1531" y="584"/>
                  </a:lnTo>
                  <a:lnTo>
                    <a:pt x="1504" y="571"/>
                  </a:lnTo>
                  <a:lnTo>
                    <a:pt x="1480" y="554"/>
                  </a:lnTo>
                  <a:lnTo>
                    <a:pt x="1459" y="532"/>
                  </a:lnTo>
                  <a:lnTo>
                    <a:pt x="1441" y="508"/>
                  </a:lnTo>
                  <a:lnTo>
                    <a:pt x="1426" y="480"/>
                  </a:lnTo>
                  <a:lnTo>
                    <a:pt x="1417" y="447"/>
                  </a:lnTo>
                  <a:lnTo>
                    <a:pt x="1410" y="411"/>
                  </a:lnTo>
                  <a:lnTo>
                    <a:pt x="1408" y="372"/>
                  </a:lnTo>
                  <a:lnTo>
                    <a:pt x="1408" y="363"/>
                  </a:lnTo>
                  <a:lnTo>
                    <a:pt x="1411" y="324"/>
                  </a:lnTo>
                  <a:lnTo>
                    <a:pt x="1417" y="288"/>
                  </a:lnTo>
                  <a:lnTo>
                    <a:pt x="1427" y="255"/>
                  </a:lnTo>
                  <a:lnTo>
                    <a:pt x="1442" y="225"/>
                  </a:lnTo>
                  <a:lnTo>
                    <a:pt x="1460" y="200"/>
                  </a:lnTo>
                  <a:lnTo>
                    <a:pt x="1481" y="178"/>
                  </a:lnTo>
                  <a:lnTo>
                    <a:pt x="1505" y="160"/>
                  </a:lnTo>
                  <a:lnTo>
                    <a:pt x="1531" y="146"/>
                  </a:lnTo>
                  <a:lnTo>
                    <a:pt x="1560" y="136"/>
                  </a:lnTo>
                  <a:lnTo>
                    <a:pt x="1591" y="130"/>
                  </a:lnTo>
                  <a:lnTo>
                    <a:pt x="1623" y="128"/>
                  </a:lnTo>
                  <a:close/>
                  <a:moveTo>
                    <a:pt x="1154" y="128"/>
                  </a:moveTo>
                  <a:lnTo>
                    <a:pt x="1185" y="129"/>
                  </a:lnTo>
                  <a:lnTo>
                    <a:pt x="1214" y="134"/>
                  </a:lnTo>
                  <a:lnTo>
                    <a:pt x="1240" y="142"/>
                  </a:lnTo>
                  <a:lnTo>
                    <a:pt x="1265" y="154"/>
                  </a:lnTo>
                  <a:lnTo>
                    <a:pt x="1288" y="169"/>
                  </a:lnTo>
                  <a:lnTo>
                    <a:pt x="1308" y="188"/>
                  </a:lnTo>
                  <a:lnTo>
                    <a:pt x="1325" y="210"/>
                  </a:lnTo>
                  <a:lnTo>
                    <a:pt x="1338" y="236"/>
                  </a:lnTo>
                  <a:lnTo>
                    <a:pt x="1347" y="266"/>
                  </a:lnTo>
                  <a:lnTo>
                    <a:pt x="1352" y="300"/>
                  </a:lnTo>
                  <a:lnTo>
                    <a:pt x="1232" y="300"/>
                  </a:lnTo>
                  <a:lnTo>
                    <a:pt x="1226" y="278"/>
                  </a:lnTo>
                  <a:lnTo>
                    <a:pt x="1218" y="260"/>
                  </a:lnTo>
                  <a:lnTo>
                    <a:pt x="1208" y="246"/>
                  </a:lnTo>
                  <a:lnTo>
                    <a:pt x="1195" y="235"/>
                  </a:lnTo>
                  <a:lnTo>
                    <a:pt x="1177" y="229"/>
                  </a:lnTo>
                  <a:lnTo>
                    <a:pt x="1156" y="226"/>
                  </a:lnTo>
                  <a:lnTo>
                    <a:pt x="1137" y="228"/>
                  </a:lnTo>
                  <a:lnTo>
                    <a:pt x="1120" y="235"/>
                  </a:lnTo>
                  <a:lnTo>
                    <a:pt x="1105" y="244"/>
                  </a:lnTo>
                  <a:lnTo>
                    <a:pt x="1092" y="259"/>
                  </a:lnTo>
                  <a:lnTo>
                    <a:pt x="1081" y="277"/>
                  </a:lnTo>
                  <a:lnTo>
                    <a:pt x="1073" y="300"/>
                  </a:lnTo>
                  <a:lnTo>
                    <a:pt x="1068" y="327"/>
                  </a:lnTo>
                  <a:lnTo>
                    <a:pt x="1066" y="358"/>
                  </a:lnTo>
                  <a:lnTo>
                    <a:pt x="1066" y="372"/>
                  </a:lnTo>
                  <a:lnTo>
                    <a:pt x="1068" y="404"/>
                  </a:lnTo>
                  <a:lnTo>
                    <a:pt x="1073" y="432"/>
                  </a:lnTo>
                  <a:lnTo>
                    <a:pt x="1080" y="456"/>
                  </a:lnTo>
                  <a:lnTo>
                    <a:pt x="1089" y="474"/>
                  </a:lnTo>
                  <a:lnTo>
                    <a:pt x="1103" y="488"/>
                  </a:lnTo>
                  <a:lnTo>
                    <a:pt x="1118" y="498"/>
                  </a:lnTo>
                  <a:lnTo>
                    <a:pt x="1137" y="504"/>
                  </a:lnTo>
                  <a:lnTo>
                    <a:pt x="1158" y="506"/>
                  </a:lnTo>
                  <a:lnTo>
                    <a:pt x="1178" y="504"/>
                  </a:lnTo>
                  <a:lnTo>
                    <a:pt x="1197" y="496"/>
                  </a:lnTo>
                  <a:lnTo>
                    <a:pt x="1212" y="483"/>
                  </a:lnTo>
                  <a:lnTo>
                    <a:pt x="1226" y="468"/>
                  </a:lnTo>
                  <a:lnTo>
                    <a:pt x="1234" y="447"/>
                  </a:lnTo>
                  <a:lnTo>
                    <a:pt x="1240" y="424"/>
                  </a:lnTo>
                  <a:lnTo>
                    <a:pt x="1355" y="424"/>
                  </a:lnTo>
                  <a:lnTo>
                    <a:pt x="1350" y="458"/>
                  </a:lnTo>
                  <a:lnTo>
                    <a:pt x="1340" y="488"/>
                  </a:lnTo>
                  <a:lnTo>
                    <a:pt x="1326" y="517"/>
                  </a:lnTo>
                  <a:lnTo>
                    <a:pt x="1308" y="541"/>
                  </a:lnTo>
                  <a:lnTo>
                    <a:pt x="1285" y="561"/>
                  </a:lnTo>
                  <a:lnTo>
                    <a:pt x="1258" y="579"/>
                  </a:lnTo>
                  <a:lnTo>
                    <a:pt x="1228" y="591"/>
                  </a:lnTo>
                  <a:lnTo>
                    <a:pt x="1192" y="598"/>
                  </a:lnTo>
                  <a:lnTo>
                    <a:pt x="1154" y="602"/>
                  </a:lnTo>
                  <a:lnTo>
                    <a:pt x="1120" y="600"/>
                  </a:lnTo>
                  <a:lnTo>
                    <a:pt x="1088" y="594"/>
                  </a:lnTo>
                  <a:lnTo>
                    <a:pt x="1060" y="584"/>
                  </a:lnTo>
                  <a:lnTo>
                    <a:pt x="1033" y="571"/>
                  </a:lnTo>
                  <a:lnTo>
                    <a:pt x="1009" y="553"/>
                  </a:lnTo>
                  <a:lnTo>
                    <a:pt x="988" y="532"/>
                  </a:lnTo>
                  <a:lnTo>
                    <a:pt x="970" y="507"/>
                  </a:lnTo>
                  <a:lnTo>
                    <a:pt x="957" y="478"/>
                  </a:lnTo>
                  <a:lnTo>
                    <a:pt x="946" y="446"/>
                  </a:lnTo>
                  <a:lnTo>
                    <a:pt x="939" y="410"/>
                  </a:lnTo>
                  <a:lnTo>
                    <a:pt x="938" y="369"/>
                  </a:lnTo>
                  <a:lnTo>
                    <a:pt x="938" y="363"/>
                  </a:lnTo>
                  <a:lnTo>
                    <a:pt x="939" y="324"/>
                  </a:lnTo>
                  <a:lnTo>
                    <a:pt x="946" y="286"/>
                  </a:lnTo>
                  <a:lnTo>
                    <a:pt x="957" y="254"/>
                  </a:lnTo>
                  <a:lnTo>
                    <a:pt x="972" y="225"/>
                  </a:lnTo>
                  <a:lnTo>
                    <a:pt x="990" y="199"/>
                  </a:lnTo>
                  <a:lnTo>
                    <a:pt x="1012" y="177"/>
                  </a:lnTo>
                  <a:lnTo>
                    <a:pt x="1036" y="160"/>
                  </a:lnTo>
                  <a:lnTo>
                    <a:pt x="1063" y="146"/>
                  </a:lnTo>
                  <a:lnTo>
                    <a:pt x="1092" y="136"/>
                  </a:lnTo>
                  <a:lnTo>
                    <a:pt x="1122" y="130"/>
                  </a:lnTo>
                  <a:lnTo>
                    <a:pt x="1154" y="128"/>
                  </a:lnTo>
                  <a:close/>
                  <a:moveTo>
                    <a:pt x="683" y="128"/>
                  </a:moveTo>
                  <a:lnTo>
                    <a:pt x="714" y="129"/>
                  </a:lnTo>
                  <a:lnTo>
                    <a:pt x="743" y="134"/>
                  </a:lnTo>
                  <a:lnTo>
                    <a:pt x="769" y="142"/>
                  </a:lnTo>
                  <a:lnTo>
                    <a:pt x="794" y="154"/>
                  </a:lnTo>
                  <a:lnTo>
                    <a:pt x="817" y="169"/>
                  </a:lnTo>
                  <a:lnTo>
                    <a:pt x="837" y="188"/>
                  </a:lnTo>
                  <a:lnTo>
                    <a:pt x="854" y="210"/>
                  </a:lnTo>
                  <a:lnTo>
                    <a:pt x="867" y="236"/>
                  </a:lnTo>
                  <a:lnTo>
                    <a:pt x="877" y="266"/>
                  </a:lnTo>
                  <a:lnTo>
                    <a:pt x="882" y="300"/>
                  </a:lnTo>
                  <a:lnTo>
                    <a:pt x="761" y="300"/>
                  </a:lnTo>
                  <a:lnTo>
                    <a:pt x="755" y="278"/>
                  </a:lnTo>
                  <a:lnTo>
                    <a:pt x="748" y="260"/>
                  </a:lnTo>
                  <a:lnTo>
                    <a:pt x="737" y="246"/>
                  </a:lnTo>
                  <a:lnTo>
                    <a:pt x="724" y="235"/>
                  </a:lnTo>
                  <a:lnTo>
                    <a:pt x="706" y="229"/>
                  </a:lnTo>
                  <a:lnTo>
                    <a:pt x="686" y="226"/>
                  </a:lnTo>
                  <a:lnTo>
                    <a:pt x="667" y="228"/>
                  </a:lnTo>
                  <a:lnTo>
                    <a:pt x="650" y="235"/>
                  </a:lnTo>
                  <a:lnTo>
                    <a:pt x="634" y="244"/>
                  </a:lnTo>
                  <a:lnTo>
                    <a:pt x="621" y="259"/>
                  </a:lnTo>
                  <a:lnTo>
                    <a:pt x="610" y="277"/>
                  </a:lnTo>
                  <a:lnTo>
                    <a:pt x="602" y="300"/>
                  </a:lnTo>
                  <a:lnTo>
                    <a:pt x="597" y="327"/>
                  </a:lnTo>
                  <a:lnTo>
                    <a:pt x="595" y="358"/>
                  </a:lnTo>
                  <a:lnTo>
                    <a:pt x="595" y="372"/>
                  </a:lnTo>
                  <a:lnTo>
                    <a:pt x="597" y="404"/>
                  </a:lnTo>
                  <a:lnTo>
                    <a:pt x="601" y="432"/>
                  </a:lnTo>
                  <a:lnTo>
                    <a:pt x="609" y="456"/>
                  </a:lnTo>
                  <a:lnTo>
                    <a:pt x="619" y="474"/>
                  </a:lnTo>
                  <a:lnTo>
                    <a:pt x="632" y="488"/>
                  </a:lnTo>
                  <a:lnTo>
                    <a:pt x="647" y="498"/>
                  </a:lnTo>
                  <a:lnTo>
                    <a:pt x="667" y="504"/>
                  </a:lnTo>
                  <a:lnTo>
                    <a:pt x="687" y="506"/>
                  </a:lnTo>
                  <a:lnTo>
                    <a:pt x="707" y="504"/>
                  </a:lnTo>
                  <a:lnTo>
                    <a:pt x="726" y="496"/>
                  </a:lnTo>
                  <a:lnTo>
                    <a:pt x="742" y="483"/>
                  </a:lnTo>
                  <a:lnTo>
                    <a:pt x="755" y="468"/>
                  </a:lnTo>
                  <a:lnTo>
                    <a:pt x="763" y="447"/>
                  </a:lnTo>
                  <a:lnTo>
                    <a:pt x="769" y="424"/>
                  </a:lnTo>
                  <a:lnTo>
                    <a:pt x="884" y="424"/>
                  </a:lnTo>
                  <a:lnTo>
                    <a:pt x="879" y="458"/>
                  </a:lnTo>
                  <a:lnTo>
                    <a:pt x="870" y="488"/>
                  </a:lnTo>
                  <a:lnTo>
                    <a:pt x="855" y="517"/>
                  </a:lnTo>
                  <a:lnTo>
                    <a:pt x="837" y="541"/>
                  </a:lnTo>
                  <a:lnTo>
                    <a:pt x="815" y="561"/>
                  </a:lnTo>
                  <a:lnTo>
                    <a:pt x="787" y="579"/>
                  </a:lnTo>
                  <a:lnTo>
                    <a:pt x="756" y="591"/>
                  </a:lnTo>
                  <a:lnTo>
                    <a:pt x="722" y="598"/>
                  </a:lnTo>
                  <a:lnTo>
                    <a:pt x="683" y="602"/>
                  </a:lnTo>
                  <a:lnTo>
                    <a:pt x="650" y="600"/>
                  </a:lnTo>
                  <a:lnTo>
                    <a:pt x="618" y="594"/>
                  </a:lnTo>
                  <a:lnTo>
                    <a:pt x="589" y="584"/>
                  </a:lnTo>
                  <a:lnTo>
                    <a:pt x="563" y="571"/>
                  </a:lnTo>
                  <a:lnTo>
                    <a:pt x="539" y="553"/>
                  </a:lnTo>
                  <a:lnTo>
                    <a:pt x="517" y="532"/>
                  </a:lnTo>
                  <a:lnTo>
                    <a:pt x="499" y="507"/>
                  </a:lnTo>
                  <a:lnTo>
                    <a:pt x="485" y="478"/>
                  </a:lnTo>
                  <a:lnTo>
                    <a:pt x="475" y="446"/>
                  </a:lnTo>
                  <a:lnTo>
                    <a:pt x="468" y="410"/>
                  </a:lnTo>
                  <a:lnTo>
                    <a:pt x="466" y="369"/>
                  </a:lnTo>
                  <a:lnTo>
                    <a:pt x="466" y="363"/>
                  </a:lnTo>
                  <a:lnTo>
                    <a:pt x="468" y="324"/>
                  </a:lnTo>
                  <a:lnTo>
                    <a:pt x="475" y="286"/>
                  </a:lnTo>
                  <a:lnTo>
                    <a:pt x="486" y="254"/>
                  </a:lnTo>
                  <a:lnTo>
                    <a:pt x="502" y="225"/>
                  </a:lnTo>
                  <a:lnTo>
                    <a:pt x="520" y="199"/>
                  </a:lnTo>
                  <a:lnTo>
                    <a:pt x="541" y="177"/>
                  </a:lnTo>
                  <a:lnTo>
                    <a:pt x="565" y="160"/>
                  </a:lnTo>
                  <a:lnTo>
                    <a:pt x="591" y="146"/>
                  </a:lnTo>
                  <a:lnTo>
                    <a:pt x="621" y="136"/>
                  </a:lnTo>
                  <a:lnTo>
                    <a:pt x="651" y="130"/>
                  </a:lnTo>
                  <a:lnTo>
                    <a:pt x="683" y="128"/>
                  </a:lnTo>
                  <a:close/>
                  <a:moveTo>
                    <a:pt x="209" y="128"/>
                  </a:moveTo>
                  <a:lnTo>
                    <a:pt x="241" y="129"/>
                  </a:lnTo>
                  <a:lnTo>
                    <a:pt x="271" y="134"/>
                  </a:lnTo>
                  <a:lnTo>
                    <a:pt x="297" y="141"/>
                  </a:lnTo>
                  <a:lnTo>
                    <a:pt x="323" y="152"/>
                  </a:lnTo>
                  <a:lnTo>
                    <a:pt x="344" y="165"/>
                  </a:lnTo>
                  <a:lnTo>
                    <a:pt x="362" y="183"/>
                  </a:lnTo>
                  <a:lnTo>
                    <a:pt x="376" y="204"/>
                  </a:lnTo>
                  <a:lnTo>
                    <a:pt x="387" y="228"/>
                  </a:lnTo>
                  <a:lnTo>
                    <a:pt x="394" y="256"/>
                  </a:lnTo>
                  <a:lnTo>
                    <a:pt x="397" y="288"/>
                  </a:lnTo>
                  <a:lnTo>
                    <a:pt x="397" y="592"/>
                  </a:lnTo>
                  <a:lnTo>
                    <a:pt x="272" y="592"/>
                  </a:lnTo>
                  <a:lnTo>
                    <a:pt x="272" y="540"/>
                  </a:lnTo>
                  <a:lnTo>
                    <a:pt x="260" y="556"/>
                  </a:lnTo>
                  <a:lnTo>
                    <a:pt x="245" y="571"/>
                  </a:lnTo>
                  <a:lnTo>
                    <a:pt x="226" y="583"/>
                  </a:lnTo>
                  <a:lnTo>
                    <a:pt x="203" y="592"/>
                  </a:lnTo>
                  <a:lnTo>
                    <a:pt x="178" y="600"/>
                  </a:lnTo>
                  <a:lnTo>
                    <a:pt x="149" y="602"/>
                  </a:lnTo>
                  <a:lnTo>
                    <a:pt x="122" y="600"/>
                  </a:lnTo>
                  <a:lnTo>
                    <a:pt x="97" y="595"/>
                  </a:lnTo>
                  <a:lnTo>
                    <a:pt x="74" y="588"/>
                  </a:lnTo>
                  <a:lnTo>
                    <a:pt x="54" y="576"/>
                  </a:lnTo>
                  <a:lnTo>
                    <a:pt x="36" y="561"/>
                  </a:lnTo>
                  <a:lnTo>
                    <a:pt x="20" y="543"/>
                  </a:lnTo>
                  <a:lnTo>
                    <a:pt x="10" y="522"/>
                  </a:lnTo>
                  <a:lnTo>
                    <a:pt x="2" y="496"/>
                  </a:lnTo>
                  <a:lnTo>
                    <a:pt x="0" y="468"/>
                  </a:lnTo>
                  <a:lnTo>
                    <a:pt x="0" y="463"/>
                  </a:lnTo>
                  <a:lnTo>
                    <a:pt x="2" y="434"/>
                  </a:lnTo>
                  <a:lnTo>
                    <a:pt x="10" y="409"/>
                  </a:lnTo>
                  <a:lnTo>
                    <a:pt x="20" y="387"/>
                  </a:lnTo>
                  <a:lnTo>
                    <a:pt x="35" y="368"/>
                  </a:lnTo>
                  <a:lnTo>
                    <a:pt x="53" y="352"/>
                  </a:lnTo>
                  <a:lnTo>
                    <a:pt x="74" y="340"/>
                  </a:lnTo>
                  <a:lnTo>
                    <a:pt x="98" y="331"/>
                  </a:lnTo>
                  <a:lnTo>
                    <a:pt x="124" y="322"/>
                  </a:lnTo>
                  <a:lnTo>
                    <a:pt x="153" y="318"/>
                  </a:lnTo>
                  <a:lnTo>
                    <a:pt x="183" y="315"/>
                  </a:lnTo>
                  <a:lnTo>
                    <a:pt x="214" y="314"/>
                  </a:lnTo>
                  <a:lnTo>
                    <a:pt x="270" y="314"/>
                  </a:lnTo>
                  <a:lnTo>
                    <a:pt x="270" y="292"/>
                  </a:lnTo>
                  <a:lnTo>
                    <a:pt x="269" y="271"/>
                  </a:lnTo>
                  <a:lnTo>
                    <a:pt x="263" y="253"/>
                  </a:lnTo>
                  <a:lnTo>
                    <a:pt x="254" y="238"/>
                  </a:lnTo>
                  <a:lnTo>
                    <a:pt x="241" y="228"/>
                  </a:lnTo>
                  <a:lnTo>
                    <a:pt x="225" y="222"/>
                  </a:lnTo>
                  <a:lnTo>
                    <a:pt x="203" y="219"/>
                  </a:lnTo>
                  <a:lnTo>
                    <a:pt x="184" y="222"/>
                  </a:lnTo>
                  <a:lnTo>
                    <a:pt x="167" y="226"/>
                  </a:lnTo>
                  <a:lnTo>
                    <a:pt x="154" y="236"/>
                  </a:lnTo>
                  <a:lnTo>
                    <a:pt x="145" y="248"/>
                  </a:lnTo>
                  <a:lnTo>
                    <a:pt x="139" y="262"/>
                  </a:lnTo>
                  <a:lnTo>
                    <a:pt x="135" y="278"/>
                  </a:lnTo>
                  <a:lnTo>
                    <a:pt x="14" y="278"/>
                  </a:lnTo>
                  <a:lnTo>
                    <a:pt x="19" y="247"/>
                  </a:lnTo>
                  <a:lnTo>
                    <a:pt x="30" y="219"/>
                  </a:lnTo>
                  <a:lnTo>
                    <a:pt x="44" y="194"/>
                  </a:lnTo>
                  <a:lnTo>
                    <a:pt x="63" y="174"/>
                  </a:lnTo>
                  <a:lnTo>
                    <a:pt x="86" y="158"/>
                  </a:lnTo>
                  <a:lnTo>
                    <a:pt x="113" y="145"/>
                  </a:lnTo>
                  <a:lnTo>
                    <a:pt x="142" y="135"/>
                  </a:lnTo>
                  <a:lnTo>
                    <a:pt x="174" y="129"/>
                  </a:lnTo>
                  <a:lnTo>
                    <a:pt x="209" y="128"/>
                  </a:lnTo>
                  <a:close/>
                  <a:moveTo>
                    <a:pt x="2544" y="0"/>
                  </a:moveTo>
                  <a:lnTo>
                    <a:pt x="2544" y="138"/>
                  </a:lnTo>
                  <a:lnTo>
                    <a:pt x="2630" y="138"/>
                  </a:lnTo>
                  <a:lnTo>
                    <a:pt x="2630" y="232"/>
                  </a:lnTo>
                  <a:lnTo>
                    <a:pt x="2544" y="232"/>
                  </a:lnTo>
                  <a:lnTo>
                    <a:pt x="2544" y="447"/>
                  </a:lnTo>
                  <a:lnTo>
                    <a:pt x="2546" y="466"/>
                  </a:lnTo>
                  <a:lnTo>
                    <a:pt x="2552" y="480"/>
                  </a:lnTo>
                  <a:lnTo>
                    <a:pt x="2560" y="489"/>
                  </a:lnTo>
                  <a:lnTo>
                    <a:pt x="2573" y="495"/>
                  </a:lnTo>
                  <a:lnTo>
                    <a:pt x="2589" y="498"/>
                  </a:lnTo>
                  <a:lnTo>
                    <a:pt x="2605" y="496"/>
                  </a:lnTo>
                  <a:lnTo>
                    <a:pt x="2621" y="494"/>
                  </a:lnTo>
                  <a:lnTo>
                    <a:pt x="2633" y="489"/>
                  </a:lnTo>
                  <a:lnTo>
                    <a:pt x="2633" y="589"/>
                  </a:lnTo>
                  <a:lnTo>
                    <a:pt x="2615" y="594"/>
                  </a:lnTo>
                  <a:lnTo>
                    <a:pt x="2591" y="597"/>
                  </a:lnTo>
                  <a:lnTo>
                    <a:pt x="2562" y="598"/>
                  </a:lnTo>
                  <a:lnTo>
                    <a:pt x="2528" y="596"/>
                  </a:lnTo>
                  <a:lnTo>
                    <a:pt x="2498" y="590"/>
                  </a:lnTo>
                  <a:lnTo>
                    <a:pt x="2473" y="579"/>
                  </a:lnTo>
                  <a:lnTo>
                    <a:pt x="2452" y="564"/>
                  </a:lnTo>
                  <a:lnTo>
                    <a:pt x="2437" y="544"/>
                  </a:lnTo>
                  <a:lnTo>
                    <a:pt x="2426" y="522"/>
                  </a:lnTo>
                  <a:lnTo>
                    <a:pt x="2419" y="493"/>
                  </a:lnTo>
                  <a:lnTo>
                    <a:pt x="2417" y="460"/>
                  </a:lnTo>
                  <a:lnTo>
                    <a:pt x="2417" y="232"/>
                  </a:lnTo>
                  <a:lnTo>
                    <a:pt x="2364" y="232"/>
                  </a:lnTo>
                  <a:lnTo>
                    <a:pt x="2364" y="138"/>
                  </a:lnTo>
                  <a:lnTo>
                    <a:pt x="2417" y="138"/>
                  </a:lnTo>
                  <a:lnTo>
                    <a:pt x="2417" y="52"/>
                  </a:lnTo>
                  <a:lnTo>
                    <a:pt x="2544" y="0"/>
                  </a:lnTo>
                  <a:close/>
                </a:path>
              </a:pathLst>
            </a:custGeom>
            <a:solidFill>
              <a:schemeClr val="tx1"/>
            </a:solidFill>
            <a:ln w="0">
              <a:noFill/>
              <a:prstDash val="solid"/>
              <a:round/>
              <a:headEnd/>
              <a:tailEnd/>
            </a:ln>
          </p:spPr>
          <p:txBody>
            <a:bodyPr vert="horz" wrap="square" lIns="56650" tIns="28325" rIns="56650" bIns="28325" numCol="1" anchor="t" anchorCtr="0" compatLnSpc="1">
              <a:prstTxWarp prst="textNoShape">
                <a:avLst/>
              </a:prstTxWarp>
            </a:bodyPr>
            <a:lstStyle/>
            <a:p>
              <a:pPr defTabSz="566471"/>
              <a:endParaRPr lang="en-US" sz="1115" kern="0">
                <a:solidFill>
                  <a:sysClr val="windowText" lastClr="000000"/>
                </a:solidFill>
              </a:endParaRPr>
            </a:p>
          </p:txBody>
        </p:sp>
      </p:grpSp>
      <p:sp>
        <p:nvSpPr>
          <p:cNvPr id="17" name="Parallelogram 16"/>
          <p:cNvSpPr/>
          <p:nvPr userDrawn="1"/>
        </p:nvSpPr>
        <p:spPr>
          <a:xfrm rot="5400000" flipH="1">
            <a:off x="1163926" y="1489918"/>
            <a:ext cx="4173602" cy="6562562"/>
          </a:xfrm>
          <a:prstGeom prst="parallelogram">
            <a:avLst>
              <a:gd name="adj" fmla="val 63990"/>
            </a:avLst>
          </a:prstGeom>
          <a:gradFill flip="none" rotWithShape="1">
            <a:gsLst>
              <a:gs pos="0">
                <a:srgbClr val="00FF00"/>
              </a:gs>
              <a:gs pos="87000">
                <a:srgbClr val="006B09"/>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ndParaRPr>
          </a:p>
        </p:txBody>
      </p:sp>
      <p:sp>
        <p:nvSpPr>
          <p:cNvPr id="2" name="Title 1"/>
          <p:cNvSpPr>
            <a:spLocks noGrp="1"/>
          </p:cNvSpPr>
          <p:nvPr userDrawn="1">
            <p:ph type="ctrTitle" hasCustomPrompt="1"/>
          </p:nvPr>
        </p:nvSpPr>
        <p:spPr>
          <a:xfrm>
            <a:off x="381000" y="3967988"/>
            <a:ext cx="7359811" cy="1984248"/>
          </a:xfrm>
        </p:spPr>
        <p:txBody>
          <a:bodyPr lIns="0" tIns="0" rIns="0" bIns="0" anchor="b" anchorCtr="0">
            <a:noAutofit/>
          </a:bodyPr>
          <a:lstStyle>
            <a:lvl1pPr algn="l">
              <a:lnSpc>
                <a:spcPct val="80000"/>
              </a:lnSpc>
              <a:defRPr sz="8000">
                <a:solidFill>
                  <a:schemeClr val="tx1"/>
                </a:solidFill>
              </a:defRPr>
            </a:lvl1pPr>
          </a:lstStyle>
          <a:p>
            <a:r>
              <a:rPr lang="en-US" dirty="0"/>
              <a:t>Click to edit title</a:t>
            </a:r>
          </a:p>
        </p:txBody>
      </p:sp>
      <p:sp>
        <p:nvSpPr>
          <p:cNvPr id="4" name="Text Placeholder 3"/>
          <p:cNvSpPr>
            <a:spLocks noGrp="1"/>
          </p:cNvSpPr>
          <p:nvPr userDrawn="1">
            <p:ph type="body" sz="quarter" idx="10" hasCustomPrompt="1"/>
          </p:nvPr>
        </p:nvSpPr>
        <p:spPr>
          <a:xfrm>
            <a:off x="381000" y="6098413"/>
            <a:ext cx="7359632" cy="549275"/>
          </a:xfrm>
        </p:spPr>
        <p:txBody>
          <a:bodyPr lIns="0" tIns="0" rIns="0" bIns="0">
            <a:normAutofit/>
          </a:bodyPr>
          <a:lstStyle>
            <a:lvl1pPr algn="l">
              <a:defRPr sz="2800" b="1" cap="all" baseline="0">
                <a:solidFill>
                  <a:schemeClr val="tx1"/>
                </a:solidFill>
                <a:latin typeface="+mj-lt"/>
              </a:defRPr>
            </a:lvl1pPr>
          </a:lstStyle>
          <a:p>
            <a:pPr lvl="0"/>
            <a:r>
              <a:rPr lang="en-US" dirty="0"/>
              <a:t>Click to edit subtitle</a:t>
            </a:r>
          </a:p>
        </p:txBody>
      </p:sp>
      <p:sp>
        <p:nvSpPr>
          <p:cNvPr id="18" name="Parallelogram 17"/>
          <p:cNvSpPr/>
          <p:nvPr userDrawn="1"/>
        </p:nvSpPr>
        <p:spPr>
          <a:xfrm rot="16200000">
            <a:off x="1163926" y="-1194480"/>
            <a:ext cx="4173602" cy="6562562"/>
          </a:xfrm>
          <a:prstGeom prst="parallelogram">
            <a:avLst>
              <a:gd name="adj" fmla="val 63990"/>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7215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Text Slide">
    <p:spTree>
      <p:nvGrpSpPr>
        <p:cNvPr id="1" name=""/>
        <p:cNvGrpSpPr/>
        <p:nvPr/>
      </p:nvGrpSpPr>
      <p:grpSpPr>
        <a:xfrm>
          <a:off x="0" y="0"/>
          <a:ext cx="0" cy="0"/>
          <a:chOff x="0" y="0"/>
          <a:chExt cx="0" cy="0"/>
        </a:xfrm>
      </p:grpSpPr>
      <p:sp>
        <p:nvSpPr>
          <p:cNvPr id="17" name="Text Placeholder 16"/>
          <p:cNvSpPr>
            <a:spLocks noGrp="1"/>
          </p:cNvSpPr>
          <p:nvPr>
            <p:ph type="body" sz="quarter" idx="10"/>
          </p:nvPr>
        </p:nvSpPr>
        <p:spPr>
          <a:xfrm>
            <a:off x="381000" y="1014986"/>
            <a:ext cx="11430000" cy="395908"/>
          </a:xfrm>
          <a:prstGeom prst="rect">
            <a:avLst/>
          </a:prstGeom>
        </p:spPr>
        <p:txBody>
          <a:bodyPr lIns="0">
            <a:noAutofit/>
          </a:bodyPr>
          <a:lstStyle>
            <a:lvl1pPr marL="0" indent="0">
              <a:spcBef>
                <a:spcPts val="0"/>
              </a:spcBef>
              <a:buNone/>
              <a:defRPr sz="2000" b="1">
                <a:solidFill>
                  <a:schemeClr val="bg1">
                    <a:lumMod val="65000"/>
                    <a:lumOff val="35000"/>
                  </a:schemeClr>
                </a:solidFill>
                <a:latin typeface="+mn-lt"/>
              </a:defRPr>
            </a:lvl1pPr>
            <a:lvl2pPr>
              <a:defRPr sz="3499"/>
            </a:lvl2pPr>
            <a:lvl3pPr>
              <a:defRPr sz="3199"/>
            </a:lvl3pPr>
            <a:lvl4pPr>
              <a:defRPr sz="2899"/>
            </a:lvl4pPr>
            <a:lvl5pPr>
              <a:defRPr sz="2699"/>
            </a:lvl5pPr>
          </a:lstStyle>
          <a:p>
            <a:pPr lvl="0"/>
            <a:r>
              <a:rPr lang="en-US" dirty="0"/>
              <a:t>Click to edit Master text styles</a:t>
            </a:r>
          </a:p>
        </p:txBody>
      </p:sp>
      <p:sp>
        <p:nvSpPr>
          <p:cNvPr id="8" name="Content Placeholder 7"/>
          <p:cNvSpPr>
            <a:spLocks noGrp="1"/>
          </p:cNvSpPr>
          <p:nvPr>
            <p:ph sz="quarter" idx="11"/>
          </p:nvPr>
        </p:nvSpPr>
        <p:spPr>
          <a:xfrm>
            <a:off x="381000" y="1410894"/>
            <a:ext cx="11430000" cy="5053914"/>
          </a:xfrm>
        </p:spPr>
        <p:txBody>
          <a:bodyPr/>
          <a:lstStyle>
            <a:lvl1pPr marL="0" indent="0">
              <a:defRPr b="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2" name="Title 1"/>
          <p:cNvSpPr>
            <a:spLocks noGrp="1"/>
          </p:cNvSpPr>
          <p:nvPr>
            <p:ph type="title"/>
          </p:nvPr>
        </p:nvSpPr>
        <p:spPr>
          <a:xfrm>
            <a:off x="381000" y="2"/>
            <a:ext cx="11430000" cy="1014984"/>
          </a:xfrm>
        </p:spPr>
        <p:txBody>
          <a:bodyPr/>
          <a:lstStyle/>
          <a:p>
            <a:r>
              <a:rPr lang="en-US" dirty="0"/>
              <a:t>Click to edit Master title style</a:t>
            </a:r>
            <a:endParaRPr lang="en-AU" dirty="0"/>
          </a:p>
        </p:txBody>
      </p:sp>
      <p:sp>
        <p:nvSpPr>
          <p:cNvPr id="7" name="Footer Placeholder 4"/>
          <p:cNvSpPr>
            <a:spLocks noGrp="1"/>
          </p:cNvSpPr>
          <p:nvPr>
            <p:ph type="ftr" sz="quarter" idx="3"/>
          </p:nvPr>
        </p:nvSpPr>
        <p:spPr>
          <a:xfrm>
            <a:off x="381002" y="6576387"/>
            <a:ext cx="5714999" cy="206375"/>
          </a:xfrm>
          <a:prstGeom prst="rect">
            <a:avLst/>
          </a:prstGeom>
        </p:spPr>
        <p:txBody>
          <a:bodyPr vert="horz" lIns="0" tIns="0" rIns="0" bIns="0" rtlCol="0" anchor="b" anchorCtr="0"/>
          <a:lstStyle>
            <a:lvl1pPr algn="l">
              <a:defRPr sz="1000">
                <a:solidFill>
                  <a:schemeClr val="bg2">
                    <a:lumMod val="50000"/>
                    <a:lumOff val="50000"/>
                  </a:schemeClr>
                </a:solidFill>
                <a:latin typeface="+mn-lt"/>
              </a:defRPr>
            </a:lvl1pPr>
          </a:lstStyle>
          <a:p>
            <a:r>
              <a:rPr lang="en-US" dirty="0"/>
              <a:t>Copyright © 2017 Accenture  All rights reserved.</a:t>
            </a:r>
          </a:p>
        </p:txBody>
      </p:sp>
      <p:sp>
        <p:nvSpPr>
          <p:cNvPr id="9" name="Slide Number Placeholder 5"/>
          <p:cNvSpPr>
            <a:spLocks noGrp="1"/>
          </p:cNvSpPr>
          <p:nvPr>
            <p:ph type="sldNum" sz="quarter" idx="4"/>
          </p:nvPr>
        </p:nvSpPr>
        <p:spPr>
          <a:xfrm>
            <a:off x="11506202" y="6576387"/>
            <a:ext cx="304799" cy="206375"/>
          </a:xfrm>
          <a:prstGeom prst="rect">
            <a:avLst/>
          </a:prstGeom>
        </p:spPr>
        <p:txBody>
          <a:bodyPr vert="horz" lIns="0" tIns="0" rIns="0" bIns="0" rtlCol="0" anchor="b" anchorCtr="0"/>
          <a:lstStyle>
            <a:lvl1pPr algn="r">
              <a:defRPr sz="1000">
                <a:solidFill>
                  <a:schemeClr val="bg2">
                    <a:lumMod val="50000"/>
                    <a:lumOff val="50000"/>
                  </a:schemeClr>
                </a:solidFill>
                <a:latin typeface="+mn-lt"/>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3844023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ext Slide">
    <p:spTree>
      <p:nvGrpSpPr>
        <p:cNvPr id="1" name=""/>
        <p:cNvGrpSpPr/>
        <p:nvPr/>
      </p:nvGrpSpPr>
      <p:grpSpPr>
        <a:xfrm>
          <a:off x="0" y="0"/>
          <a:ext cx="0" cy="0"/>
          <a:chOff x="0" y="0"/>
          <a:chExt cx="0" cy="0"/>
        </a:xfrm>
      </p:grpSpPr>
      <p:sp>
        <p:nvSpPr>
          <p:cNvPr id="6" name="Title 5"/>
          <p:cNvSpPr>
            <a:spLocks noGrp="1"/>
          </p:cNvSpPr>
          <p:nvPr>
            <p:ph type="title"/>
          </p:nvPr>
        </p:nvSpPr>
        <p:spPr>
          <a:xfrm>
            <a:off x="381000" y="0"/>
            <a:ext cx="11430000" cy="1014984"/>
          </a:xfrm>
        </p:spPr>
        <p:txBody>
          <a:bodyPr/>
          <a:lstStyle/>
          <a:p>
            <a:r>
              <a:rPr lang="en-US" dirty="0"/>
              <a:t>Click to edit Master title style</a:t>
            </a:r>
            <a:endParaRPr lang="en-AU" dirty="0"/>
          </a:p>
        </p:txBody>
      </p:sp>
      <p:sp>
        <p:nvSpPr>
          <p:cNvPr id="10" name="Content Placeholder 9"/>
          <p:cNvSpPr>
            <a:spLocks noGrp="1"/>
          </p:cNvSpPr>
          <p:nvPr>
            <p:ph sz="quarter" idx="14"/>
          </p:nvPr>
        </p:nvSpPr>
        <p:spPr>
          <a:xfrm>
            <a:off x="381000" y="1014984"/>
            <a:ext cx="11430000" cy="5376672"/>
          </a:xfrm>
        </p:spPr>
        <p:txBody>
          <a:bodyPr/>
          <a:lstStyle>
            <a:lvl1pPr marL="0" indent="0">
              <a:defRPr>
                <a:solidFill>
                  <a:schemeClr val="bg1">
                    <a:lumMod val="65000"/>
                    <a:lumOff val="35000"/>
                  </a:schemeClr>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7" name="Footer Placeholder 4"/>
          <p:cNvSpPr>
            <a:spLocks noGrp="1"/>
          </p:cNvSpPr>
          <p:nvPr>
            <p:ph type="ftr" sz="quarter" idx="3"/>
          </p:nvPr>
        </p:nvSpPr>
        <p:spPr>
          <a:xfrm>
            <a:off x="381002" y="6576387"/>
            <a:ext cx="5714999" cy="206375"/>
          </a:xfrm>
          <a:prstGeom prst="rect">
            <a:avLst/>
          </a:prstGeom>
        </p:spPr>
        <p:txBody>
          <a:bodyPr vert="horz" lIns="0" tIns="0" rIns="0" bIns="0" rtlCol="0" anchor="b" anchorCtr="0"/>
          <a:lstStyle>
            <a:lvl1pPr algn="l">
              <a:defRPr sz="1000">
                <a:solidFill>
                  <a:schemeClr val="bg2">
                    <a:lumMod val="50000"/>
                    <a:lumOff val="50000"/>
                  </a:schemeClr>
                </a:solidFill>
                <a:latin typeface="+mn-lt"/>
              </a:defRPr>
            </a:lvl1pPr>
          </a:lstStyle>
          <a:p>
            <a:r>
              <a:rPr lang="en-US" dirty="0"/>
              <a:t>Copyright © 2017 Accenture  All rights reserved.</a:t>
            </a:r>
          </a:p>
        </p:txBody>
      </p:sp>
      <p:sp>
        <p:nvSpPr>
          <p:cNvPr id="8" name="Slide Number Placeholder 5"/>
          <p:cNvSpPr>
            <a:spLocks noGrp="1"/>
          </p:cNvSpPr>
          <p:nvPr>
            <p:ph type="sldNum" sz="quarter" idx="4"/>
          </p:nvPr>
        </p:nvSpPr>
        <p:spPr>
          <a:xfrm>
            <a:off x="11506202" y="6576387"/>
            <a:ext cx="304799" cy="206375"/>
          </a:xfrm>
          <a:prstGeom prst="rect">
            <a:avLst/>
          </a:prstGeom>
        </p:spPr>
        <p:txBody>
          <a:bodyPr vert="horz" lIns="0" tIns="0" rIns="0" bIns="0" rtlCol="0" anchor="b" anchorCtr="0"/>
          <a:lstStyle>
            <a:lvl1pPr algn="r">
              <a:defRPr sz="1000">
                <a:solidFill>
                  <a:schemeClr val="bg2">
                    <a:lumMod val="50000"/>
                    <a:lumOff val="50000"/>
                  </a:schemeClr>
                </a:solidFill>
                <a:latin typeface="+mn-lt"/>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3348062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5" name="Title 4"/>
          <p:cNvSpPr>
            <a:spLocks noGrp="1"/>
          </p:cNvSpPr>
          <p:nvPr>
            <p:ph type="title"/>
          </p:nvPr>
        </p:nvSpPr>
        <p:spPr>
          <a:xfrm>
            <a:off x="381000" y="1"/>
            <a:ext cx="11430000" cy="1014983"/>
          </a:xfrm>
        </p:spPr>
        <p:txBody>
          <a:bodyPr/>
          <a:lstStyle/>
          <a:p>
            <a:r>
              <a:rPr lang="en-US" dirty="0"/>
              <a:t>Click to edit Master title style</a:t>
            </a:r>
            <a:endParaRPr lang="en-AU" dirty="0"/>
          </a:p>
        </p:txBody>
      </p:sp>
      <p:sp>
        <p:nvSpPr>
          <p:cNvPr id="6" name="Text Placeholder 16"/>
          <p:cNvSpPr>
            <a:spLocks noGrp="1"/>
          </p:cNvSpPr>
          <p:nvPr>
            <p:ph type="body" sz="quarter" idx="10"/>
          </p:nvPr>
        </p:nvSpPr>
        <p:spPr>
          <a:xfrm>
            <a:off x="381000" y="1014984"/>
            <a:ext cx="11430000" cy="395908"/>
          </a:xfrm>
          <a:prstGeom prst="rect">
            <a:avLst/>
          </a:prstGeom>
        </p:spPr>
        <p:txBody>
          <a:bodyPr lIns="0">
            <a:noAutofit/>
          </a:bodyPr>
          <a:lstStyle>
            <a:lvl1pPr marL="0" indent="0">
              <a:spcBef>
                <a:spcPts val="0"/>
              </a:spcBef>
              <a:buNone/>
              <a:defRPr sz="2000" b="1">
                <a:solidFill>
                  <a:schemeClr val="bg1">
                    <a:lumMod val="65000"/>
                    <a:lumOff val="35000"/>
                  </a:schemeClr>
                </a:solidFill>
                <a:latin typeface="+mn-lt"/>
              </a:defRPr>
            </a:lvl1pPr>
            <a:lvl2pPr>
              <a:defRPr sz="3499"/>
            </a:lvl2pPr>
            <a:lvl3pPr>
              <a:defRPr sz="3199"/>
            </a:lvl3pPr>
            <a:lvl4pPr>
              <a:defRPr sz="2899"/>
            </a:lvl4pPr>
            <a:lvl5pPr>
              <a:defRPr sz="2699"/>
            </a:lvl5pPr>
          </a:lstStyle>
          <a:p>
            <a:pPr lvl="0"/>
            <a:r>
              <a:rPr lang="en-US" dirty="0"/>
              <a:t>Click to edit Master text styles</a:t>
            </a:r>
          </a:p>
        </p:txBody>
      </p:sp>
      <p:sp>
        <p:nvSpPr>
          <p:cNvPr id="7" name="Footer Placeholder 4"/>
          <p:cNvSpPr>
            <a:spLocks noGrp="1"/>
          </p:cNvSpPr>
          <p:nvPr>
            <p:ph type="ftr" sz="quarter" idx="3"/>
          </p:nvPr>
        </p:nvSpPr>
        <p:spPr>
          <a:xfrm>
            <a:off x="381002" y="6576387"/>
            <a:ext cx="5714999" cy="206375"/>
          </a:xfrm>
          <a:prstGeom prst="rect">
            <a:avLst/>
          </a:prstGeom>
        </p:spPr>
        <p:txBody>
          <a:bodyPr vert="horz" lIns="0" tIns="0" rIns="0" bIns="0" rtlCol="0" anchor="b" anchorCtr="0"/>
          <a:lstStyle>
            <a:lvl1pPr algn="l">
              <a:defRPr sz="1000">
                <a:solidFill>
                  <a:schemeClr val="bg2">
                    <a:lumMod val="50000"/>
                    <a:lumOff val="50000"/>
                  </a:schemeClr>
                </a:solidFill>
                <a:latin typeface="+mn-lt"/>
              </a:defRPr>
            </a:lvl1pPr>
          </a:lstStyle>
          <a:p>
            <a:r>
              <a:rPr lang="en-US" dirty="0"/>
              <a:t>Copyright © 2017 Accenture  All rights reserved.</a:t>
            </a:r>
          </a:p>
        </p:txBody>
      </p:sp>
      <p:sp>
        <p:nvSpPr>
          <p:cNvPr id="8" name="Slide Number Placeholder 5"/>
          <p:cNvSpPr>
            <a:spLocks noGrp="1"/>
          </p:cNvSpPr>
          <p:nvPr>
            <p:ph type="sldNum" sz="quarter" idx="4"/>
          </p:nvPr>
        </p:nvSpPr>
        <p:spPr>
          <a:xfrm>
            <a:off x="11506202" y="6576387"/>
            <a:ext cx="304799" cy="206375"/>
          </a:xfrm>
          <a:prstGeom prst="rect">
            <a:avLst/>
          </a:prstGeom>
        </p:spPr>
        <p:txBody>
          <a:bodyPr vert="horz" lIns="0" tIns="0" rIns="0" bIns="0" rtlCol="0" anchor="b" anchorCtr="0"/>
          <a:lstStyle>
            <a:lvl1pPr algn="r">
              <a:defRPr sz="1000">
                <a:solidFill>
                  <a:schemeClr val="bg2">
                    <a:lumMod val="50000"/>
                    <a:lumOff val="50000"/>
                  </a:schemeClr>
                </a:solidFill>
                <a:latin typeface="+mn-lt"/>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3874797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5" name="Title 4"/>
          <p:cNvSpPr>
            <a:spLocks noGrp="1"/>
          </p:cNvSpPr>
          <p:nvPr>
            <p:ph type="title"/>
          </p:nvPr>
        </p:nvSpPr>
        <p:spPr>
          <a:xfrm>
            <a:off x="381000" y="0"/>
            <a:ext cx="11430000" cy="1014984"/>
          </a:xfrm>
        </p:spPr>
        <p:txBody>
          <a:bodyPr/>
          <a:lstStyle>
            <a:lvl1pPr>
              <a:lnSpc>
                <a:spcPct val="70000"/>
              </a:lnSpc>
              <a:defRPr/>
            </a:lvl1pPr>
          </a:lstStyle>
          <a:p>
            <a:r>
              <a:rPr lang="en-US"/>
              <a:t>Click to edit Master title style</a:t>
            </a:r>
            <a:endParaRPr lang="en-AU"/>
          </a:p>
        </p:txBody>
      </p:sp>
      <p:sp>
        <p:nvSpPr>
          <p:cNvPr id="7" name="Footer Placeholder 4"/>
          <p:cNvSpPr>
            <a:spLocks noGrp="1"/>
          </p:cNvSpPr>
          <p:nvPr>
            <p:ph type="ftr" sz="quarter" idx="3"/>
          </p:nvPr>
        </p:nvSpPr>
        <p:spPr>
          <a:xfrm>
            <a:off x="381002" y="6576387"/>
            <a:ext cx="5714999" cy="206375"/>
          </a:xfrm>
          <a:prstGeom prst="rect">
            <a:avLst/>
          </a:prstGeom>
        </p:spPr>
        <p:txBody>
          <a:bodyPr vert="horz" lIns="0" tIns="0" rIns="0" bIns="0" rtlCol="0" anchor="b" anchorCtr="0"/>
          <a:lstStyle>
            <a:lvl1pPr algn="l">
              <a:defRPr sz="1000">
                <a:solidFill>
                  <a:schemeClr val="bg2">
                    <a:lumMod val="50000"/>
                    <a:lumOff val="50000"/>
                  </a:schemeClr>
                </a:solidFill>
                <a:latin typeface="+mn-lt"/>
              </a:defRPr>
            </a:lvl1pPr>
          </a:lstStyle>
          <a:p>
            <a:r>
              <a:rPr lang="en-US" dirty="0"/>
              <a:t>Copyright © 2017 Accenture  All rights reserved.</a:t>
            </a:r>
          </a:p>
        </p:txBody>
      </p:sp>
      <p:sp>
        <p:nvSpPr>
          <p:cNvPr id="8" name="Slide Number Placeholder 5"/>
          <p:cNvSpPr>
            <a:spLocks noGrp="1"/>
          </p:cNvSpPr>
          <p:nvPr>
            <p:ph type="sldNum" sz="quarter" idx="4"/>
          </p:nvPr>
        </p:nvSpPr>
        <p:spPr>
          <a:xfrm>
            <a:off x="11506202" y="6576387"/>
            <a:ext cx="304799" cy="206375"/>
          </a:xfrm>
          <a:prstGeom prst="rect">
            <a:avLst/>
          </a:prstGeom>
        </p:spPr>
        <p:txBody>
          <a:bodyPr vert="horz" lIns="0" tIns="0" rIns="0" bIns="0" rtlCol="0" anchor="b" anchorCtr="0"/>
          <a:lstStyle>
            <a:lvl1pPr algn="r">
              <a:defRPr sz="1000">
                <a:solidFill>
                  <a:schemeClr val="bg2">
                    <a:lumMod val="50000"/>
                    <a:lumOff val="50000"/>
                  </a:schemeClr>
                </a:solidFill>
                <a:latin typeface="+mn-lt"/>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1749787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p:cNvSpPr>
            <a:spLocks noGrp="1"/>
          </p:cNvSpPr>
          <p:nvPr>
            <p:ph type="ftr" sz="quarter" idx="3"/>
          </p:nvPr>
        </p:nvSpPr>
        <p:spPr>
          <a:xfrm>
            <a:off x="381002" y="6576387"/>
            <a:ext cx="5714999" cy="206375"/>
          </a:xfrm>
          <a:prstGeom prst="rect">
            <a:avLst/>
          </a:prstGeom>
        </p:spPr>
        <p:txBody>
          <a:bodyPr vert="horz" lIns="0" tIns="0" rIns="0" bIns="0" rtlCol="0" anchor="b" anchorCtr="0"/>
          <a:lstStyle>
            <a:lvl1pPr algn="l">
              <a:defRPr sz="1000">
                <a:solidFill>
                  <a:schemeClr val="bg2">
                    <a:lumMod val="50000"/>
                    <a:lumOff val="50000"/>
                  </a:schemeClr>
                </a:solidFill>
                <a:latin typeface="+mn-lt"/>
              </a:defRPr>
            </a:lvl1pPr>
          </a:lstStyle>
          <a:p>
            <a:r>
              <a:rPr lang="en-US" dirty="0"/>
              <a:t>Copyright © 2017 Accenture  All rights reserved.</a:t>
            </a:r>
          </a:p>
        </p:txBody>
      </p:sp>
      <p:sp>
        <p:nvSpPr>
          <p:cNvPr id="7" name="Slide Number Placeholder 5"/>
          <p:cNvSpPr>
            <a:spLocks noGrp="1"/>
          </p:cNvSpPr>
          <p:nvPr>
            <p:ph type="sldNum" sz="quarter" idx="4"/>
          </p:nvPr>
        </p:nvSpPr>
        <p:spPr>
          <a:xfrm>
            <a:off x="11506202" y="6576387"/>
            <a:ext cx="304799" cy="206375"/>
          </a:xfrm>
          <a:prstGeom prst="rect">
            <a:avLst/>
          </a:prstGeom>
        </p:spPr>
        <p:txBody>
          <a:bodyPr vert="horz" lIns="0" tIns="0" rIns="0" bIns="0" rtlCol="0" anchor="b" anchorCtr="0"/>
          <a:lstStyle>
            <a:lvl1pPr algn="r">
              <a:defRPr sz="1000">
                <a:solidFill>
                  <a:schemeClr val="bg2">
                    <a:lumMod val="50000"/>
                    <a:lumOff val="50000"/>
                  </a:schemeClr>
                </a:solidFill>
                <a:latin typeface="+mn-lt"/>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3545759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Slide 1">
    <p:spTree>
      <p:nvGrpSpPr>
        <p:cNvPr id="1" name=""/>
        <p:cNvGrpSpPr/>
        <p:nvPr/>
      </p:nvGrpSpPr>
      <p:grpSpPr>
        <a:xfrm>
          <a:off x="0" y="0"/>
          <a:ext cx="0" cy="0"/>
          <a:chOff x="0" y="0"/>
          <a:chExt cx="0" cy="0"/>
        </a:xfrm>
      </p:grpSpPr>
      <p:pic>
        <p:nvPicPr>
          <p:cNvPr id="5" name="Picture 2" descr="Image result for circuit hardware"/>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a:stretch/>
        </p:blipFill>
        <p:spPr bwMode="auto">
          <a:xfrm>
            <a:off x="-35668" y="-1"/>
            <a:ext cx="12227668" cy="685800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userDrawn="1"/>
        </p:nvSpPr>
        <p:spPr>
          <a:xfrm>
            <a:off x="-35668" y="-1"/>
            <a:ext cx="12227668" cy="6858001"/>
          </a:xfrm>
          <a:prstGeom prst="rect">
            <a:avLst/>
          </a:prstGeom>
          <a:gradFill>
            <a:gsLst>
              <a:gs pos="22000">
                <a:schemeClr val="bg1">
                  <a:alpha val="62000"/>
                </a:schemeClr>
              </a:gs>
              <a:gs pos="100000">
                <a:schemeClr val="bg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p:cNvSpPr>
            <a:spLocks noGrp="1"/>
          </p:cNvSpPr>
          <p:nvPr>
            <p:ph type="ctrTitle" hasCustomPrompt="1"/>
          </p:nvPr>
        </p:nvSpPr>
        <p:spPr>
          <a:xfrm>
            <a:off x="463296" y="539496"/>
            <a:ext cx="5120640" cy="6035040"/>
          </a:xfrm>
          <a:prstGeom prst="rect">
            <a:avLst/>
          </a:prstGeom>
          <a:ln>
            <a:noFill/>
          </a:ln>
        </p:spPr>
        <p:txBody>
          <a:bodyPr lIns="91440" tIns="91440" rIns="91440" bIns="91440" anchor="t" anchorCtr="0">
            <a:noAutofit/>
          </a:bodyPr>
          <a:lstStyle>
            <a:lvl1pPr algn="l">
              <a:lnSpc>
                <a:spcPct val="80000"/>
              </a:lnSpc>
              <a:defRPr sz="4800" b="0" spc="0" baseline="0">
                <a:solidFill>
                  <a:schemeClr val="tx1"/>
                </a:solidFill>
                <a:latin typeface="Graphik Black" panose="020B0A03030202060203" pitchFamily="34" charset="0"/>
                <a:cs typeface="Arial" pitchFamily="34" charset="0"/>
              </a:defRPr>
            </a:lvl1pPr>
          </a:lstStyle>
          <a:p>
            <a:r>
              <a:rPr lang="en-US" dirty="0"/>
              <a:t>Click to edit Master title style </a:t>
            </a:r>
            <a:endParaRPr lang="en-GB" dirty="0"/>
          </a:p>
        </p:txBody>
      </p:sp>
      <p:cxnSp>
        <p:nvCxnSpPr>
          <p:cNvPr id="11" name="Straight Connector 10"/>
          <p:cNvCxnSpPr/>
          <p:nvPr userDrawn="1"/>
        </p:nvCxnSpPr>
        <p:spPr>
          <a:xfrm>
            <a:off x="463296" y="0"/>
            <a:ext cx="0" cy="2368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5263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2000">
              <a:schemeClr val="tx1"/>
            </a:gs>
            <a:gs pos="100000">
              <a:schemeClr val="tx1">
                <a:lumMod val="9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9144"/>
            <a:ext cx="11430000" cy="990601"/>
          </a:xfrm>
          <a:prstGeom prst="rect">
            <a:avLst/>
          </a:prstGeom>
        </p:spPr>
        <p:txBody>
          <a:bodyPr vert="horz" lIns="0" tIns="4572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381000" y="981457"/>
            <a:ext cx="11430000" cy="5357721"/>
          </a:xfrm>
          <a:prstGeom prst="rect">
            <a:avLst/>
          </a:prstGeom>
        </p:spPr>
        <p:txBody>
          <a:bodyPr vert="horz" lIns="0" tIns="91440" rIns="0" bIns="45720" rtlCol="0">
            <a:normAutofit/>
          </a:bodyPr>
          <a:lstStyle/>
          <a:p>
            <a:pPr marL="0" lvl="0" indent="0" algn="l" defTabSz="914377" rtl="0" eaLnBrk="1" latinLnBrk="0" hangingPunct="1">
              <a:lnSpc>
                <a:spcPct val="85000"/>
              </a:lnSpc>
              <a:spcBef>
                <a:spcPts val="0"/>
              </a:spcBef>
              <a:spcAft>
                <a:spcPts val="1200"/>
              </a:spcAft>
              <a:buFont typeface="Arial" panose="020B0604020202020204" pitchFamily="34" charset="0"/>
              <a:buNone/>
            </a:pPr>
            <a:r>
              <a:rPr lang="en-US" dirty="0"/>
              <a:t>Edit Master text styles</a:t>
            </a:r>
          </a:p>
          <a:p>
            <a:pPr lvl="1"/>
            <a:r>
              <a:rPr lang="en-US" dirty="0"/>
              <a:t>Second level</a:t>
            </a:r>
          </a:p>
          <a:p>
            <a:pPr lvl="2"/>
            <a:r>
              <a:rPr lang="en-US" dirty="0"/>
              <a:t>Third level</a:t>
            </a:r>
          </a:p>
        </p:txBody>
      </p:sp>
      <p:sp>
        <p:nvSpPr>
          <p:cNvPr id="5" name="Footer Placeholder 4"/>
          <p:cNvSpPr>
            <a:spLocks noGrp="1"/>
          </p:cNvSpPr>
          <p:nvPr>
            <p:ph type="ftr" sz="quarter" idx="3"/>
          </p:nvPr>
        </p:nvSpPr>
        <p:spPr>
          <a:xfrm>
            <a:off x="381002" y="6576387"/>
            <a:ext cx="5714999" cy="206375"/>
          </a:xfrm>
          <a:prstGeom prst="rect">
            <a:avLst/>
          </a:prstGeom>
        </p:spPr>
        <p:txBody>
          <a:bodyPr vert="horz" lIns="0" tIns="0" rIns="0" bIns="0" rtlCol="0" anchor="b" anchorCtr="0"/>
          <a:lstStyle>
            <a:lvl1pPr algn="l">
              <a:defRPr sz="1000">
                <a:solidFill>
                  <a:schemeClr val="tx1">
                    <a:lumMod val="50000"/>
                  </a:schemeClr>
                </a:solidFill>
                <a:latin typeface="+mn-lt"/>
              </a:defRPr>
            </a:lvl1pPr>
          </a:lstStyle>
          <a:p>
            <a:r>
              <a:rPr lang="en-US" dirty="0"/>
              <a:t>Copyright © 2017 Accenture  All rights reserved.</a:t>
            </a:r>
          </a:p>
        </p:txBody>
      </p:sp>
      <p:sp>
        <p:nvSpPr>
          <p:cNvPr id="6" name="Slide Number Placeholder 5"/>
          <p:cNvSpPr>
            <a:spLocks noGrp="1"/>
          </p:cNvSpPr>
          <p:nvPr>
            <p:ph type="sldNum" sz="quarter" idx="4"/>
          </p:nvPr>
        </p:nvSpPr>
        <p:spPr>
          <a:xfrm>
            <a:off x="11506202" y="6576387"/>
            <a:ext cx="304799" cy="206375"/>
          </a:xfrm>
          <a:prstGeom prst="rect">
            <a:avLst/>
          </a:prstGeom>
        </p:spPr>
        <p:txBody>
          <a:bodyPr vert="horz" lIns="0" tIns="0" rIns="0" bIns="0" rtlCol="0" anchor="b" anchorCtr="0"/>
          <a:lstStyle>
            <a:lvl1pPr algn="r">
              <a:defRPr sz="1000">
                <a:solidFill>
                  <a:schemeClr val="tx1">
                    <a:lumMod val="50000"/>
                  </a:schemeClr>
                </a:solidFill>
                <a:latin typeface="+mn-lt"/>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1366956491"/>
      </p:ext>
    </p:extLst>
  </p:cSld>
  <p:clrMap bg1="dk1" tx1="lt1" bg2="dk2" tx2="lt2" accent1="accent1" accent2="accent2" accent3="accent3" accent4="accent4" accent5="accent5" accent6="accent6" hlink="hlink" folHlink="folHlink"/>
  <p:sldLayoutIdLst>
    <p:sldLayoutId id="2147483716" r:id="rId1"/>
    <p:sldLayoutId id="2147483726" r:id="rId2"/>
    <p:sldLayoutId id="2147483718" r:id="rId3"/>
    <p:sldLayoutId id="2147483719" r:id="rId4"/>
    <p:sldLayoutId id="2147483720" r:id="rId5"/>
    <p:sldLayoutId id="2147483721" r:id="rId6"/>
    <p:sldLayoutId id="2147483722" r:id="rId7"/>
    <p:sldLayoutId id="2147483723" r:id="rId8"/>
  </p:sldLayoutIdLst>
  <p:hf hdr="0" dt="0"/>
  <p:txStyles>
    <p:titleStyle>
      <a:lvl1pPr marL="0" indent="0" algn="l" defTabSz="914377" rtl="0" eaLnBrk="1" latinLnBrk="0" hangingPunct="1">
        <a:lnSpc>
          <a:spcPct val="70000"/>
        </a:lnSpc>
        <a:spcBef>
          <a:spcPct val="0"/>
        </a:spcBef>
        <a:buNone/>
        <a:defRPr sz="2800" b="1" kern="1200" cap="all" baseline="0">
          <a:solidFill>
            <a:schemeClr val="bg1"/>
          </a:solidFill>
          <a:latin typeface="+mj-lt"/>
          <a:ea typeface="+mj-ea"/>
          <a:cs typeface="+mj-cs"/>
        </a:defRPr>
      </a:lvl1pPr>
    </p:titleStyle>
    <p:bodyStyle>
      <a:lvl1pPr marL="55561" indent="0" algn="l" defTabSz="914377" rtl="0" eaLnBrk="1" latinLnBrk="0" hangingPunct="1">
        <a:lnSpc>
          <a:spcPct val="85000"/>
        </a:lnSpc>
        <a:spcBef>
          <a:spcPts val="0"/>
        </a:spcBef>
        <a:spcAft>
          <a:spcPts val="1200"/>
        </a:spcAft>
        <a:buFont typeface="Arial" panose="020B0604020202020204" pitchFamily="34" charset="0"/>
        <a:buNone/>
        <a:defRPr lang="en-US" sz="2000" b="1" kern="1200" cap="none" baseline="0" dirty="0">
          <a:solidFill>
            <a:schemeClr val="bg1">
              <a:lumMod val="65000"/>
              <a:lumOff val="35000"/>
            </a:schemeClr>
          </a:solidFill>
          <a:latin typeface="+mn-lt"/>
          <a:ea typeface="+mn-ea"/>
          <a:cs typeface="+mn-cs"/>
        </a:defRPr>
      </a:lvl1pPr>
      <a:lvl2pPr marL="285744" indent="-230182" algn="l" defTabSz="914377" rtl="0" eaLnBrk="1" latinLnBrk="0" hangingPunct="1">
        <a:lnSpc>
          <a:spcPct val="100000"/>
        </a:lnSpc>
        <a:spcBef>
          <a:spcPts val="0"/>
        </a:spcBef>
        <a:spcAft>
          <a:spcPts val="1200"/>
        </a:spcAft>
        <a:buFont typeface="Arial" panose="020B0604020202020204" pitchFamily="34" charset="0"/>
        <a:buChar char="•"/>
        <a:defRPr sz="1800" kern="1200">
          <a:solidFill>
            <a:schemeClr val="bg1"/>
          </a:solidFill>
          <a:latin typeface="+mn-lt"/>
          <a:ea typeface="+mn-ea"/>
          <a:cs typeface="+mn-cs"/>
        </a:defRPr>
      </a:lvl2pPr>
      <a:lvl3pPr marL="514338" indent="-230182" algn="l" defTabSz="914377" rtl="0" eaLnBrk="1" latinLnBrk="0" hangingPunct="1">
        <a:lnSpc>
          <a:spcPct val="110000"/>
        </a:lnSpc>
        <a:spcBef>
          <a:spcPts val="0"/>
        </a:spcBef>
        <a:spcAft>
          <a:spcPts val="600"/>
        </a:spcAft>
        <a:buFont typeface="Graphik" panose="020B0503030202060203" pitchFamily="34" charset="0"/>
        <a:buChar char="–"/>
        <a:defRPr sz="1400" kern="1200">
          <a:solidFill>
            <a:schemeClr val="bg1"/>
          </a:solidFill>
          <a:latin typeface="+mn-lt"/>
          <a:ea typeface="+mn-ea"/>
          <a:cs typeface="+mn-cs"/>
        </a:defRPr>
      </a:lvl3pPr>
      <a:lvl4pPr marL="685783" indent="-171446" algn="l" defTabSz="914377" rtl="0" eaLnBrk="1" latinLnBrk="0" hangingPunct="1">
        <a:lnSpc>
          <a:spcPct val="11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57229"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1028674" indent="-17303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6pPr>
      <a:lvl7pPr marL="55561"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55561"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55561"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152">
          <p15:clr>
            <a:srgbClr val="F26B43"/>
          </p15:clr>
        </p15:guide>
        <p15:guide id="2" pos="5640">
          <p15:clr>
            <a:srgbClr val="F26B43"/>
          </p15:clr>
        </p15:guide>
        <p15:guide id="3">
          <p15:clr>
            <a:srgbClr val="F26B43"/>
          </p15:clr>
        </p15:guide>
        <p15:guide id="6" orient="horz">
          <p15:clr>
            <a:srgbClr val="F26B43"/>
          </p15:clr>
        </p15:guide>
        <p15:guide id="8"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6" orient="horz" pos="240">
          <p15:clr>
            <a:srgbClr val="F26B43"/>
          </p15:clr>
        </p15:guide>
        <p15:guide id="17" orient="horz" pos="410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hyperlink" Target="https://about.gitlab.com/" TargetMode="External"/><Relationship Id="rId2" Type="http://schemas.openxmlformats.org/officeDocument/2006/relationships/hyperlink" Target="https://www.upwork.com/hiring/development/gitlab-vs-github-how-are-they-different/" TargetMode="External"/><Relationship Id="rId1" Type="http://schemas.openxmlformats.org/officeDocument/2006/relationships/slideLayout" Target="../slideLayouts/slideLayout5.xml"/><Relationship Id="rId5" Type="http://schemas.openxmlformats.org/officeDocument/2006/relationships/hyperlink" Target="https://about.gitlab.com/features/" TargetMode="External"/><Relationship Id="rId4" Type="http://schemas.openxmlformats.org/officeDocument/2006/relationships/hyperlink" Target="https://about.gitlab.com/features/#stq=activity+stream&amp;stp=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6883" y="3465576"/>
            <a:ext cx="7946136" cy="1984248"/>
          </a:xfrm>
        </p:spPr>
        <p:txBody>
          <a:bodyPr/>
          <a:lstStyle/>
          <a:p>
            <a:pPr>
              <a:lnSpc>
                <a:spcPct val="70000"/>
              </a:lnSpc>
            </a:pPr>
            <a:r>
              <a:rPr lang="en-US" sz="7200" dirty="0" err="1"/>
              <a:t>Gitlab</a:t>
            </a:r>
            <a:endParaRPr lang="en-US" sz="7200" dirty="0"/>
          </a:p>
        </p:txBody>
      </p:sp>
      <p:sp>
        <p:nvSpPr>
          <p:cNvPr id="5" name="Text Placeholder 4"/>
          <p:cNvSpPr>
            <a:spLocks noGrp="1"/>
          </p:cNvSpPr>
          <p:nvPr>
            <p:ph type="body" sz="quarter" idx="10"/>
          </p:nvPr>
        </p:nvSpPr>
        <p:spPr>
          <a:xfrm>
            <a:off x="370091" y="5843016"/>
            <a:ext cx="7359632" cy="549275"/>
          </a:xfrm>
        </p:spPr>
        <p:txBody>
          <a:bodyPr/>
          <a:lstStyle/>
          <a:p>
            <a:r>
              <a:rPr lang="en-US" dirty="0"/>
              <a:t>October 2017</a:t>
            </a:r>
          </a:p>
        </p:txBody>
      </p:sp>
    </p:spTree>
    <p:extLst>
      <p:ext uri="{BB962C8B-B14F-4D97-AF65-F5344CB8AC3E}">
        <p14:creationId xmlns:p14="http://schemas.microsoft.com/office/powerpoint/2010/main" val="3015700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t>gitlab</a:t>
            </a:r>
            <a:endParaRPr lang="en-US" dirty="0"/>
          </a:p>
        </p:txBody>
      </p:sp>
      <p:sp>
        <p:nvSpPr>
          <p:cNvPr id="4" name="Text Placeholder 3"/>
          <p:cNvSpPr>
            <a:spLocks noGrp="1"/>
          </p:cNvSpPr>
          <p:nvPr>
            <p:ph type="body" sz="quarter" idx="10"/>
          </p:nvPr>
        </p:nvSpPr>
        <p:spPr/>
        <p:txBody>
          <a:bodyPr/>
          <a:lstStyle/>
          <a:p>
            <a:r>
              <a:rPr lang="en-US" dirty="0"/>
              <a:t>Overview</a:t>
            </a:r>
          </a:p>
        </p:txBody>
      </p:sp>
      <p:sp>
        <p:nvSpPr>
          <p:cNvPr id="6" name="Footer Placeholder 5"/>
          <p:cNvSpPr>
            <a:spLocks noGrp="1"/>
          </p:cNvSpPr>
          <p:nvPr>
            <p:ph type="ftr" sz="quarter" idx="3"/>
          </p:nvPr>
        </p:nvSpPr>
        <p:spPr/>
        <p:txBody>
          <a:bodyPr/>
          <a:lstStyle/>
          <a:p>
            <a:r>
              <a:rPr lang="en-US"/>
              <a:t>Copyright © 2017 Accenture  All rights reserved.</a:t>
            </a:r>
            <a:endParaRPr lang="en-US" dirty="0"/>
          </a:p>
        </p:txBody>
      </p:sp>
      <p:sp>
        <p:nvSpPr>
          <p:cNvPr id="7" name="Slide Number Placeholder 6"/>
          <p:cNvSpPr>
            <a:spLocks noGrp="1"/>
          </p:cNvSpPr>
          <p:nvPr>
            <p:ph type="sldNum" sz="quarter" idx="4"/>
          </p:nvPr>
        </p:nvSpPr>
        <p:spPr/>
        <p:txBody>
          <a:bodyPr/>
          <a:lstStyle/>
          <a:p>
            <a:fld id="{4F9AC08D-23A9-440E-BCB9-AA1E9877CC38}" type="slidenum">
              <a:rPr lang="en-US" smtClean="0"/>
              <a:pPr/>
              <a:t>2</a:t>
            </a:fld>
            <a:endParaRPr lang="en-US" dirty="0"/>
          </a:p>
        </p:txBody>
      </p:sp>
      <p:sp>
        <p:nvSpPr>
          <p:cNvPr id="9" name="TextBox 8">
            <a:extLst>
              <a:ext uri="{FF2B5EF4-FFF2-40B4-BE49-F238E27FC236}">
                <a16:creationId xmlns:a16="http://schemas.microsoft.com/office/drawing/2014/main" id="{1E7E203B-3267-4A26-B97C-A1D73C52460F}"/>
              </a:ext>
            </a:extLst>
          </p:cNvPr>
          <p:cNvSpPr txBox="1"/>
          <p:nvPr/>
        </p:nvSpPr>
        <p:spPr>
          <a:xfrm>
            <a:off x="5181600" y="2287829"/>
            <a:ext cx="5961888" cy="3046988"/>
          </a:xfrm>
          <a:prstGeom prst="rect">
            <a:avLst/>
          </a:prstGeom>
          <a:noFill/>
        </p:spPr>
        <p:txBody>
          <a:bodyPr wrap="square" rtlCol="0">
            <a:spAutoFit/>
          </a:bodyPr>
          <a:lstStyle/>
          <a:p>
            <a:pPr marL="285750" indent="-28575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Code collaboration platform that enables developers to create, review, and deploy code bases</a:t>
            </a:r>
          </a:p>
          <a:p>
            <a:pPr algn="just" eaLnBrk="0" fontAlgn="base" hangingPunct="0">
              <a:lnSpc>
                <a:spcPct val="80000"/>
              </a:lnSpc>
              <a:spcBef>
                <a:spcPct val="0"/>
              </a:spcBef>
              <a:spcAft>
                <a:spcPct val="0"/>
              </a:spcAft>
            </a:pPr>
            <a:endParaRPr lang="en-US" sz="2000" dirty="0">
              <a:solidFill>
                <a:srgbClr val="010203"/>
              </a:solidFill>
              <a:latin typeface="+mj-lt"/>
            </a:endParaRPr>
          </a:p>
          <a:p>
            <a:pPr marL="285750" indent="-28575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Written in Ruby</a:t>
            </a:r>
          </a:p>
          <a:p>
            <a:pPr algn="just" eaLnBrk="0" fontAlgn="base" hangingPunct="0">
              <a:lnSpc>
                <a:spcPct val="80000"/>
              </a:lnSpc>
              <a:spcBef>
                <a:spcPct val="0"/>
              </a:spcBef>
              <a:spcAft>
                <a:spcPct val="0"/>
              </a:spcAft>
            </a:pPr>
            <a:endParaRPr lang="en-US" sz="2000" dirty="0">
              <a:solidFill>
                <a:srgbClr val="010203"/>
              </a:solidFill>
              <a:latin typeface="+mj-lt"/>
            </a:endParaRPr>
          </a:p>
          <a:p>
            <a:pPr marL="285750" indent="-28575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An open source project (Community Edition)</a:t>
            </a:r>
          </a:p>
          <a:p>
            <a:pPr algn="just" eaLnBrk="0" fontAlgn="base" hangingPunct="0">
              <a:lnSpc>
                <a:spcPct val="80000"/>
              </a:lnSpc>
              <a:spcBef>
                <a:spcPct val="0"/>
              </a:spcBef>
              <a:spcAft>
                <a:spcPct val="0"/>
              </a:spcAft>
            </a:pPr>
            <a:endParaRPr lang="en-US" sz="2000" dirty="0">
              <a:solidFill>
                <a:srgbClr val="010203"/>
              </a:solidFill>
              <a:latin typeface="+mj-lt"/>
            </a:endParaRPr>
          </a:p>
          <a:p>
            <a:pPr marL="285750" indent="-28575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Launched in 2014 and is operated from San Francisco, California.</a:t>
            </a:r>
          </a:p>
          <a:p>
            <a:pPr marL="285750" indent="-285750" algn="just" eaLnBrk="0" fontAlgn="base" hangingPunct="0">
              <a:lnSpc>
                <a:spcPct val="80000"/>
              </a:lnSpc>
              <a:spcBef>
                <a:spcPct val="0"/>
              </a:spcBef>
              <a:spcAft>
                <a:spcPct val="0"/>
              </a:spcAft>
              <a:buFont typeface="Arial" panose="020B0604020202020204" pitchFamily="34" charset="0"/>
              <a:buChar char="•"/>
            </a:pPr>
            <a:endParaRPr lang="en-US" sz="2000" dirty="0">
              <a:solidFill>
                <a:srgbClr val="010203"/>
              </a:solidFill>
              <a:latin typeface="+mj-lt"/>
            </a:endParaRPr>
          </a:p>
          <a:p>
            <a:pPr marL="285750" indent="-285750" algn="just" eaLnBrk="0" fontAlgn="base" hangingPunct="0">
              <a:lnSpc>
                <a:spcPct val="80000"/>
              </a:lnSpc>
              <a:spcBef>
                <a:spcPct val="0"/>
              </a:spcBef>
              <a:spcAft>
                <a:spcPct val="0"/>
              </a:spcAft>
              <a:buFont typeface="Arial" panose="020B0604020202020204" pitchFamily="34" charset="0"/>
              <a:buChar char="•"/>
            </a:pPr>
            <a:endParaRPr lang="en-US" sz="2000" dirty="0">
              <a:solidFill>
                <a:srgbClr val="010203"/>
              </a:solidFill>
              <a:latin typeface="+mj-lt"/>
            </a:endParaRPr>
          </a:p>
        </p:txBody>
      </p:sp>
      <p:pic>
        <p:nvPicPr>
          <p:cNvPr id="1026" name="Picture 2" descr="Image result for gitlab logo png">
            <a:extLst>
              <a:ext uri="{FF2B5EF4-FFF2-40B4-BE49-F238E27FC236}">
                <a16:creationId xmlns:a16="http://schemas.microsoft.com/office/drawing/2014/main" id="{661FACCB-2B6A-41B2-A33E-6581CD0D9D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1936" y="1830760"/>
            <a:ext cx="3195782" cy="3504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568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gitlab</a:t>
            </a:r>
            <a:endParaRPr lang="en-US" dirty="0"/>
          </a:p>
        </p:txBody>
      </p:sp>
      <p:sp>
        <p:nvSpPr>
          <p:cNvPr id="3" name="Text Placeholder 2"/>
          <p:cNvSpPr>
            <a:spLocks noGrp="1"/>
          </p:cNvSpPr>
          <p:nvPr>
            <p:ph type="body" sz="quarter" idx="10"/>
          </p:nvPr>
        </p:nvSpPr>
        <p:spPr>
          <a:xfrm>
            <a:off x="381000" y="1014984"/>
            <a:ext cx="11430000" cy="395908"/>
          </a:xfrm>
        </p:spPr>
        <p:txBody>
          <a:bodyPr/>
          <a:lstStyle/>
          <a:p>
            <a:r>
              <a:rPr lang="en-US" dirty="0"/>
              <a:t>Features</a:t>
            </a:r>
          </a:p>
        </p:txBody>
      </p:sp>
      <p:sp>
        <p:nvSpPr>
          <p:cNvPr id="4" name="Footer Placeholder 3"/>
          <p:cNvSpPr>
            <a:spLocks noGrp="1"/>
          </p:cNvSpPr>
          <p:nvPr>
            <p:ph type="ftr" sz="quarter" idx="3"/>
          </p:nvPr>
        </p:nvSpPr>
        <p:spPr>
          <a:xfrm>
            <a:off x="381002" y="6576387"/>
            <a:ext cx="5714999" cy="206375"/>
          </a:xfrm>
        </p:spPr>
        <p:txBody>
          <a:bodyPr/>
          <a:lstStyle/>
          <a:p>
            <a:r>
              <a:rPr lang="en-US"/>
              <a:t>Copyright © 2017 Accenture  All rights reserved.</a:t>
            </a:r>
            <a:endParaRPr lang="en-US" dirty="0"/>
          </a:p>
        </p:txBody>
      </p:sp>
      <p:sp>
        <p:nvSpPr>
          <p:cNvPr id="5" name="Slide Number Placeholder 4"/>
          <p:cNvSpPr>
            <a:spLocks noGrp="1"/>
          </p:cNvSpPr>
          <p:nvPr>
            <p:ph type="sldNum" sz="quarter" idx="4"/>
          </p:nvPr>
        </p:nvSpPr>
        <p:spPr/>
        <p:txBody>
          <a:bodyPr/>
          <a:lstStyle/>
          <a:p>
            <a:fld id="{4F9AC08D-23A9-440E-BCB9-AA1E9877CC38}" type="slidenum">
              <a:rPr lang="en-US" smtClean="0"/>
              <a:pPr/>
              <a:t>3</a:t>
            </a:fld>
            <a:endParaRPr lang="en-US" dirty="0"/>
          </a:p>
        </p:txBody>
      </p:sp>
      <p:grpSp>
        <p:nvGrpSpPr>
          <p:cNvPr id="7" name="Group 6">
            <a:extLst>
              <a:ext uri="{FF2B5EF4-FFF2-40B4-BE49-F238E27FC236}">
                <a16:creationId xmlns:a16="http://schemas.microsoft.com/office/drawing/2014/main" id="{12B15B03-4754-4543-B5E4-77AF749FABB3}"/>
              </a:ext>
            </a:extLst>
          </p:cNvPr>
          <p:cNvGrpSpPr/>
          <p:nvPr/>
        </p:nvGrpSpPr>
        <p:grpSpPr>
          <a:xfrm>
            <a:off x="2699323" y="2252882"/>
            <a:ext cx="1601176" cy="1820252"/>
            <a:chOff x="4503515" y="3229755"/>
            <a:chExt cx="1422512" cy="1658175"/>
          </a:xfrm>
        </p:grpSpPr>
        <p:grpSp>
          <p:nvGrpSpPr>
            <p:cNvPr id="9" name="Group 8">
              <a:extLst>
                <a:ext uri="{FF2B5EF4-FFF2-40B4-BE49-F238E27FC236}">
                  <a16:creationId xmlns:a16="http://schemas.microsoft.com/office/drawing/2014/main" id="{A83BB1E7-127A-4F13-ACCD-BF4D3A82FA13}"/>
                </a:ext>
              </a:extLst>
            </p:cNvPr>
            <p:cNvGrpSpPr/>
            <p:nvPr/>
          </p:nvGrpSpPr>
          <p:grpSpPr>
            <a:xfrm>
              <a:off x="4503515" y="3229755"/>
              <a:ext cx="1422512" cy="1658175"/>
              <a:chOff x="4503515" y="3229755"/>
              <a:chExt cx="1422512" cy="1658175"/>
            </a:xfrm>
          </p:grpSpPr>
          <p:sp>
            <p:nvSpPr>
              <p:cNvPr id="11" name="Freeform 8">
                <a:extLst>
                  <a:ext uri="{FF2B5EF4-FFF2-40B4-BE49-F238E27FC236}">
                    <a16:creationId xmlns:a16="http://schemas.microsoft.com/office/drawing/2014/main" id="{72DB4E00-294F-478D-9439-3244CE74CEF1}"/>
                  </a:ext>
                </a:extLst>
              </p:cNvPr>
              <p:cNvSpPr>
                <a:spLocks/>
              </p:cNvSpPr>
              <p:nvPr/>
            </p:nvSpPr>
            <p:spPr bwMode="auto">
              <a:xfrm>
                <a:off x="4503515" y="3229755"/>
                <a:ext cx="1422512" cy="1658175"/>
              </a:xfrm>
              <a:custGeom>
                <a:avLst/>
                <a:gdLst>
                  <a:gd name="T0" fmla="*/ 176 w 352"/>
                  <a:gd name="T1" fmla="*/ 0 h 410"/>
                  <a:gd name="T2" fmla="*/ 0 w 352"/>
                  <a:gd name="T3" fmla="*/ 176 h 410"/>
                  <a:gd name="T4" fmla="*/ 121 w 352"/>
                  <a:gd name="T5" fmla="*/ 343 h 410"/>
                  <a:gd name="T6" fmla="*/ 165 w 352"/>
                  <a:gd name="T7" fmla="*/ 398 h 410"/>
                  <a:gd name="T8" fmla="*/ 176 w 352"/>
                  <a:gd name="T9" fmla="*/ 410 h 410"/>
                  <a:gd name="T10" fmla="*/ 186 w 352"/>
                  <a:gd name="T11" fmla="*/ 398 h 410"/>
                  <a:gd name="T12" fmla="*/ 230 w 352"/>
                  <a:gd name="T13" fmla="*/ 343 h 410"/>
                  <a:gd name="T14" fmla="*/ 352 w 352"/>
                  <a:gd name="T15" fmla="*/ 176 h 410"/>
                  <a:gd name="T16" fmla="*/ 176 w 352"/>
                  <a:gd name="T17" fmla="*/ 0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10">
                    <a:moveTo>
                      <a:pt x="176" y="0"/>
                    </a:moveTo>
                    <a:cubicBezTo>
                      <a:pt x="79" y="0"/>
                      <a:pt x="0" y="78"/>
                      <a:pt x="0" y="176"/>
                    </a:cubicBezTo>
                    <a:cubicBezTo>
                      <a:pt x="0" y="251"/>
                      <a:pt x="50" y="320"/>
                      <a:pt x="121" y="343"/>
                    </a:cubicBezTo>
                    <a:cubicBezTo>
                      <a:pt x="136" y="363"/>
                      <a:pt x="151" y="382"/>
                      <a:pt x="165" y="398"/>
                    </a:cubicBezTo>
                    <a:cubicBezTo>
                      <a:pt x="176" y="410"/>
                      <a:pt x="176" y="410"/>
                      <a:pt x="176" y="410"/>
                    </a:cubicBezTo>
                    <a:cubicBezTo>
                      <a:pt x="186" y="398"/>
                      <a:pt x="186" y="398"/>
                      <a:pt x="186" y="398"/>
                    </a:cubicBezTo>
                    <a:cubicBezTo>
                      <a:pt x="201" y="382"/>
                      <a:pt x="216" y="363"/>
                      <a:pt x="230" y="343"/>
                    </a:cubicBezTo>
                    <a:cubicBezTo>
                      <a:pt x="302" y="320"/>
                      <a:pt x="352" y="251"/>
                      <a:pt x="352" y="176"/>
                    </a:cubicBezTo>
                    <a:cubicBezTo>
                      <a:pt x="352" y="78"/>
                      <a:pt x="273" y="0"/>
                      <a:pt x="176" y="0"/>
                    </a:cubicBezTo>
                    <a:close/>
                  </a:path>
                </a:pathLst>
              </a:custGeom>
              <a:solidFill>
                <a:srgbClr val="F34F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12" name="Oval 11">
                <a:extLst>
                  <a:ext uri="{FF2B5EF4-FFF2-40B4-BE49-F238E27FC236}">
                    <a16:creationId xmlns:a16="http://schemas.microsoft.com/office/drawing/2014/main" id="{CABDF579-AB8D-4B8B-83B9-62F8686FD6CF}"/>
                  </a:ext>
                </a:extLst>
              </p:cNvPr>
              <p:cNvSpPr/>
              <p:nvPr/>
            </p:nvSpPr>
            <p:spPr>
              <a:xfrm>
                <a:off x="4600408" y="3328988"/>
                <a:ext cx="1228725" cy="1228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 name="Picture 9">
              <a:extLst>
                <a:ext uri="{FF2B5EF4-FFF2-40B4-BE49-F238E27FC236}">
                  <a16:creationId xmlns:a16="http://schemas.microsoft.com/office/drawing/2014/main" id="{DAFBE04A-7CB3-4B1B-A029-026B7173CB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5524" y="3375302"/>
              <a:ext cx="1118491" cy="1118491"/>
            </a:xfrm>
            <a:prstGeom prst="rect">
              <a:avLst/>
            </a:prstGeom>
          </p:spPr>
        </p:pic>
      </p:grpSp>
      <p:sp>
        <p:nvSpPr>
          <p:cNvPr id="46" name="TextBox 45">
            <a:extLst>
              <a:ext uri="{FF2B5EF4-FFF2-40B4-BE49-F238E27FC236}">
                <a16:creationId xmlns:a16="http://schemas.microsoft.com/office/drawing/2014/main" id="{6320123F-4C45-44FC-BF8C-716005E7DD6A}"/>
              </a:ext>
            </a:extLst>
          </p:cNvPr>
          <p:cNvSpPr txBox="1"/>
          <p:nvPr/>
        </p:nvSpPr>
        <p:spPr>
          <a:xfrm>
            <a:off x="2328672" y="4636008"/>
            <a:ext cx="2342478" cy="1415772"/>
          </a:xfrm>
          <a:prstGeom prst="rect">
            <a:avLst/>
          </a:prstGeom>
          <a:noFill/>
        </p:spPr>
        <p:txBody>
          <a:bodyPr wrap="square" rtlCol="0">
            <a:spAutoFit/>
          </a:bodyPr>
          <a:lstStyle/>
          <a:p>
            <a:pPr algn="ctr"/>
            <a:r>
              <a:rPr lang="en-US" b="1" dirty="0">
                <a:solidFill>
                  <a:schemeClr val="bg1"/>
                </a:solidFill>
              </a:rPr>
              <a:t>GIT REPOSITORY MANAGEMENT</a:t>
            </a:r>
          </a:p>
          <a:p>
            <a:pPr algn="ctr"/>
            <a:endParaRPr lang="en-US" b="1" dirty="0">
              <a:solidFill>
                <a:schemeClr val="bg1"/>
              </a:solidFill>
            </a:endParaRPr>
          </a:p>
          <a:p>
            <a:pPr algn="ctr"/>
            <a:endParaRPr lang="en-US" sz="1400" b="1" dirty="0">
              <a:solidFill>
                <a:schemeClr val="bg1"/>
              </a:solidFill>
            </a:endParaRPr>
          </a:p>
          <a:p>
            <a:endParaRPr lang="en-US" b="1" dirty="0">
              <a:solidFill>
                <a:schemeClr val="bg1"/>
              </a:solidFill>
            </a:endParaRPr>
          </a:p>
        </p:txBody>
      </p:sp>
      <p:sp>
        <p:nvSpPr>
          <p:cNvPr id="35" name="TextBox 34">
            <a:extLst>
              <a:ext uri="{FF2B5EF4-FFF2-40B4-BE49-F238E27FC236}">
                <a16:creationId xmlns:a16="http://schemas.microsoft.com/office/drawing/2014/main" id="{828491E8-8BD1-4483-AC46-27A0688BA05A}"/>
              </a:ext>
            </a:extLst>
          </p:cNvPr>
          <p:cNvSpPr txBox="1"/>
          <p:nvPr/>
        </p:nvSpPr>
        <p:spPr>
          <a:xfrm>
            <a:off x="5527550" y="1212938"/>
            <a:ext cx="5961888" cy="5078313"/>
          </a:xfrm>
          <a:prstGeom prst="rect">
            <a:avLst/>
          </a:prstGeom>
          <a:noFill/>
        </p:spPr>
        <p:txBody>
          <a:bodyPr wrap="square" rtlCol="0">
            <a:spAutoFit/>
          </a:bodyPr>
          <a:lstStyle/>
          <a:p>
            <a:pPr marL="342900" indent="-342900" algn="just">
              <a:buFont typeface="Arial" panose="020B0604020202020204" pitchFamily="34" charset="0"/>
              <a:buChar char="•"/>
            </a:pPr>
            <a:r>
              <a:rPr lang="en-US" dirty="0" err="1">
                <a:solidFill>
                  <a:schemeClr val="bg1"/>
                </a:solidFill>
              </a:rPr>
              <a:t>GitLab</a:t>
            </a:r>
            <a:r>
              <a:rPr lang="en-US" dirty="0">
                <a:solidFill>
                  <a:schemeClr val="bg1"/>
                </a:solidFill>
              </a:rPr>
              <a:t> is a framework that manages Git repositories and allows to deploy repositories easily.</a:t>
            </a:r>
          </a:p>
          <a:p>
            <a:pPr marL="342900" indent="-342900" algn="just">
              <a:buFont typeface="Arial" panose="020B0604020202020204" pitchFamily="34" charset="0"/>
              <a:buChar char="•"/>
            </a:pPr>
            <a:endParaRPr lang="en-US" dirty="0">
              <a:solidFill>
                <a:schemeClr val="bg1"/>
              </a:solidFill>
            </a:endParaRPr>
          </a:p>
          <a:p>
            <a:pPr marL="342900" indent="-342900" algn="just">
              <a:buFont typeface="Arial" panose="020B0604020202020204" pitchFamily="34" charset="0"/>
              <a:buChar char="•"/>
            </a:pPr>
            <a:r>
              <a:rPr lang="en-US" dirty="0">
                <a:solidFill>
                  <a:schemeClr val="bg1"/>
                </a:solidFill>
              </a:rPr>
              <a:t>Choosing a Git repository management system has become important in recent times. Individuals and teams are looking for easy to use, cheap, and open source repository management systems. And </a:t>
            </a:r>
            <a:r>
              <a:rPr lang="en-US" dirty="0" err="1">
                <a:solidFill>
                  <a:schemeClr val="bg1"/>
                </a:solidFill>
              </a:rPr>
              <a:t>GitLab</a:t>
            </a:r>
            <a:r>
              <a:rPr lang="en-US" dirty="0">
                <a:solidFill>
                  <a:schemeClr val="bg1"/>
                </a:solidFill>
              </a:rPr>
              <a:t> is one of the best Git repository management systems available . It is open-source, has web-based Git repository management, wiki and issue tracking system. It is a great tool that allows centralized management of Git repositories. It has a user friendly web interface and the possibility of managing permissions. This article provides a complete overview of the product, comparison with similar products and problems associated with it. </a:t>
            </a:r>
          </a:p>
        </p:txBody>
      </p:sp>
    </p:spTree>
    <p:extLst>
      <p:ext uri="{BB962C8B-B14F-4D97-AF65-F5344CB8AC3E}">
        <p14:creationId xmlns:p14="http://schemas.microsoft.com/office/powerpoint/2010/main" val="851333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A862C145-8F1C-4B2D-BF37-9F81713E3CD4}"/>
              </a:ext>
            </a:extLst>
          </p:cNvPr>
          <p:cNvGrpSpPr/>
          <p:nvPr/>
        </p:nvGrpSpPr>
        <p:grpSpPr>
          <a:xfrm>
            <a:off x="2651076" y="2261071"/>
            <a:ext cx="1689276" cy="1870641"/>
            <a:chOff x="4503515" y="3229755"/>
            <a:chExt cx="1422512" cy="1658175"/>
          </a:xfrm>
          <a:solidFill>
            <a:srgbClr val="FFD966"/>
          </a:solidFill>
        </p:grpSpPr>
        <p:sp>
          <p:nvSpPr>
            <p:cNvPr id="30" name="Freeform 8">
              <a:extLst>
                <a:ext uri="{FF2B5EF4-FFF2-40B4-BE49-F238E27FC236}">
                  <a16:creationId xmlns:a16="http://schemas.microsoft.com/office/drawing/2014/main" id="{62818622-5403-4E5A-879F-9B47063A00F8}"/>
                </a:ext>
              </a:extLst>
            </p:cNvPr>
            <p:cNvSpPr>
              <a:spLocks/>
            </p:cNvSpPr>
            <p:nvPr/>
          </p:nvSpPr>
          <p:spPr bwMode="auto">
            <a:xfrm>
              <a:off x="4503515" y="3229755"/>
              <a:ext cx="1422512" cy="1658175"/>
            </a:xfrm>
            <a:custGeom>
              <a:avLst/>
              <a:gdLst>
                <a:gd name="T0" fmla="*/ 176 w 352"/>
                <a:gd name="T1" fmla="*/ 0 h 410"/>
                <a:gd name="T2" fmla="*/ 0 w 352"/>
                <a:gd name="T3" fmla="*/ 176 h 410"/>
                <a:gd name="T4" fmla="*/ 121 w 352"/>
                <a:gd name="T5" fmla="*/ 343 h 410"/>
                <a:gd name="T6" fmla="*/ 165 w 352"/>
                <a:gd name="T7" fmla="*/ 398 h 410"/>
                <a:gd name="T8" fmla="*/ 176 w 352"/>
                <a:gd name="T9" fmla="*/ 410 h 410"/>
                <a:gd name="T10" fmla="*/ 186 w 352"/>
                <a:gd name="T11" fmla="*/ 398 h 410"/>
                <a:gd name="T12" fmla="*/ 230 w 352"/>
                <a:gd name="T13" fmla="*/ 343 h 410"/>
                <a:gd name="T14" fmla="*/ 352 w 352"/>
                <a:gd name="T15" fmla="*/ 176 h 410"/>
                <a:gd name="T16" fmla="*/ 176 w 352"/>
                <a:gd name="T17" fmla="*/ 0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10">
                  <a:moveTo>
                    <a:pt x="176" y="0"/>
                  </a:moveTo>
                  <a:cubicBezTo>
                    <a:pt x="79" y="0"/>
                    <a:pt x="0" y="78"/>
                    <a:pt x="0" y="176"/>
                  </a:cubicBezTo>
                  <a:cubicBezTo>
                    <a:pt x="0" y="251"/>
                    <a:pt x="50" y="320"/>
                    <a:pt x="121" y="343"/>
                  </a:cubicBezTo>
                  <a:cubicBezTo>
                    <a:pt x="136" y="363"/>
                    <a:pt x="151" y="382"/>
                    <a:pt x="165" y="398"/>
                  </a:cubicBezTo>
                  <a:cubicBezTo>
                    <a:pt x="176" y="410"/>
                    <a:pt x="176" y="410"/>
                    <a:pt x="176" y="410"/>
                  </a:cubicBezTo>
                  <a:cubicBezTo>
                    <a:pt x="186" y="398"/>
                    <a:pt x="186" y="398"/>
                    <a:pt x="186" y="398"/>
                  </a:cubicBezTo>
                  <a:cubicBezTo>
                    <a:pt x="201" y="382"/>
                    <a:pt x="216" y="363"/>
                    <a:pt x="230" y="343"/>
                  </a:cubicBezTo>
                  <a:cubicBezTo>
                    <a:pt x="302" y="320"/>
                    <a:pt x="352" y="251"/>
                    <a:pt x="352" y="176"/>
                  </a:cubicBezTo>
                  <a:cubicBezTo>
                    <a:pt x="352" y="78"/>
                    <a:pt x="273" y="0"/>
                    <a:pt x="1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31" name="Oval 30">
              <a:extLst>
                <a:ext uri="{FF2B5EF4-FFF2-40B4-BE49-F238E27FC236}">
                  <a16:creationId xmlns:a16="http://schemas.microsoft.com/office/drawing/2014/main" id="{7EAB0A33-94EC-4A27-A911-EA0763ED5808}"/>
                </a:ext>
              </a:extLst>
            </p:cNvPr>
            <p:cNvSpPr/>
            <p:nvPr/>
          </p:nvSpPr>
          <p:spPr>
            <a:xfrm>
              <a:off x="4600408" y="3328988"/>
              <a:ext cx="1228725" cy="1228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C09E187B-72CD-4BB0-A209-D4431C8DEEF3}"/>
              </a:ext>
            </a:extLst>
          </p:cNvPr>
          <p:cNvGrpSpPr/>
          <p:nvPr/>
        </p:nvGrpSpPr>
        <p:grpSpPr>
          <a:xfrm>
            <a:off x="3063274" y="2791501"/>
            <a:ext cx="806985" cy="474697"/>
            <a:chOff x="4863647" y="2851604"/>
            <a:chExt cx="458788" cy="269875"/>
          </a:xfrm>
        </p:grpSpPr>
        <p:sp>
          <p:nvSpPr>
            <p:cNvPr id="33" name="Freeform 129">
              <a:extLst>
                <a:ext uri="{FF2B5EF4-FFF2-40B4-BE49-F238E27FC236}">
                  <a16:creationId xmlns:a16="http://schemas.microsoft.com/office/drawing/2014/main" id="{DA59AE41-837A-438A-8C43-F6132750407A}"/>
                </a:ext>
              </a:extLst>
            </p:cNvPr>
            <p:cNvSpPr>
              <a:spLocks/>
            </p:cNvSpPr>
            <p:nvPr/>
          </p:nvSpPr>
          <p:spPr bwMode="auto">
            <a:xfrm>
              <a:off x="4863647" y="2929391"/>
              <a:ext cx="306388" cy="192088"/>
            </a:xfrm>
            <a:custGeom>
              <a:avLst/>
              <a:gdLst>
                <a:gd name="T0" fmla="*/ 179 w 179"/>
                <a:gd name="T1" fmla="*/ 44 h 112"/>
                <a:gd name="T2" fmla="*/ 179 w 179"/>
                <a:gd name="T3" fmla="*/ 22 h 112"/>
                <a:gd name="T4" fmla="*/ 156 w 179"/>
                <a:gd name="T5" fmla="*/ 0 h 112"/>
                <a:gd name="T6" fmla="*/ 112 w 179"/>
                <a:gd name="T7" fmla="*/ 0 h 112"/>
                <a:gd name="T8" fmla="*/ 89 w 179"/>
                <a:gd name="T9" fmla="*/ 0 h 112"/>
                <a:gd name="T10" fmla="*/ 22 w 179"/>
                <a:gd name="T11" fmla="*/ 0 h 112"/>
                <a:gd name="T12" fmla="*/ 0 w 179"/>
                <a:gd name="T13" fmla="*/ 22 h 112"/>
                <a:gd name="T14" fmla="*/ 0 w 179"/>
                <a:gd name="T15" fmla="*/ 89 h 112"/>
                <a:gd name="T16" fmla="*/ 22 w 179"/>
                <a:gd name="T17" fmla="*/ 112 h 112"/>
                <a:gd name="T18" fmla="*/ 156 w 179"/>
                <a:gd name="T19" fmla="*/ 112 h 112"/>
                <a:gd name="T20" fmla="*/ 179 w 179"/>
                <a:gd name="T21" fmla="*/ 89 h 112"/>
                <a:gd name="T22" fmla="*/ 179 w 179"/>
                <a:gd name="T23" fmla="*/ 67 h 112"/>
                <a:gd name="T24" fmla="*/ 156 w 179"/>
                <a:gd name="T25" fmla="*/ 67 h 112"/>
                <a:gd name="T26" fmla="*/ 156 w 179"/>
                <a:gd name="T27" fmla="*/ 89 h 112"/>
                <a:gd name="T28" fmla="*/ 156 w 179"/>
                <a:gd name="T29" fmla="*/ 89 h 112"/>
                <a:gd name="T30" fmla="*/ 22 w 179"/>
                <a:gd name="T31" fmla="*/ 89 h 112"/>
                <a:gd name="T32" fmla="*/ 22 w 179"/>
                <a:gd name="T33" fmla="*/ 89 h 112"/>
                <a:gd name="T34" fmla="*/ 22 w 179"/>
                <a:gd name="T35" fmla="*/ 22 h 112"/>
                <a:gd name="T36" fmla="*/ 22 w 179"/>
                <a:gd name="T37" fmla="*/ 22 h 112"/>
                <a:gd name="T38" fmla="*/ 89 w 179"/>
                <a:gd name="T39" fmla="*/ 22 h 112"/>
                <a:gd name="T40" fmla="*/ 112 w 179"/>
                <a:gd name="T41" fmla="*/ 22 h 112"/>
                <a:gd name="T42" fmla="*/ 156 w 179"/>
                <a:gd name="T43" fmla="*/ 22 h 112"/>
                <a:gd name="T44" fmla="*/ 156 w 179"/>
                <a:gd name="T45" fmla="*/ 22 h 112"/>
                <a:gd name="T46" fmla="*/ 156 w 179"/>
                <a:gd name="T47" fmla="*/ 44 h 112"/>
                <a:gd name="T48" fmla="*/ 179 w 179"/>
                <a:gd name="T49" fmla="*/ 4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9" h="112">
                  <a:moveTo>
                    <a:pt x="179" y="44"/>
                  </a:moveTo>
                  <a:cubicBezTo>
                    <a:pt x="179" y="22"/>
                    <a:pt x="179" y="22"/>
                    <a:pt x="179" y="22"/>
                  </a:cubicBezTo>
                  <a:cubicBezTo>
                    <a:pt x="179" y="10"/>
                    <a:pt x="169" y="0"/>
                    <a:pt x="156" y="0"/>
                  </a:cubicBezTo>
                  <a:cubicBezTo>
                    <a:pt x="112" y="0"/>
                    <a:pt x="112" y="0"/>
                    <a:pt x="112" y="0"/>
                  </a:cubicBezTo>
                  <a:cubicBezTo>
                    <a:pt x="89" y="0"/>
                    <a:pt x="89" y="0"/>
                    <a:pt x="89" y="0"/>
                  </a:cubicBezTo>
                  <a:cubicBezTo>
                    <a:pt x="22" y="0"/>
                    <a:pt x="22" y="0"/>
                    <a:pt x="22" y="0"/>
                  </a:cubicBezTo>
                  <a:cubicBezTo>
                    <a:pt x="10" y="0"/>
                    <a:pt x="0" y="10"/>
                    <a:pt x="0" y="22"/>
                  </a:cubicBezTo>
                  <a:cubicBezTo>
                    <a:pt x="0" y="89"/>
                    <a:pt x="0" y="89"/>
                    <a:pt x="0" y="89"/>
                  </a:cubicBezTo>
                  <a:cubicBezTo>
                    <a:pt x="0" y="101"/>
                    <a:pt x="10" y="112"/>
                    <a:pt x="22" y="112"/>
                  </a:cubicBezTo>
                  <a:cubicBezTo>
                    <a:pt x="156" y="112"/>
                    <a:pt x="156" y="112"/>
                    <a:pt x="156" y="112"/>
                  </a:cubicBezTo>
                  <a:cubicBezTo>
                    <a:pt x="169" y="112"/>
                    <a:pt x="179" y="101"/>
                    <a:pt x="179" y="89"/>
                  </a:cubicBezTo>
                  <a:cubicBezTo>
                    <a:pt x="179" y="67"/>
                    <a:pt x="179" y="67"/>
                    <a:pt x="179" y="67"/>
                  </a:cubicBezTo>
                  <a:cubicBezTo>
                    <a:pt x="156" y="67"/>
                    <a:pt x="156" y="67"/>
                    <a:pt x="156" y="67"/>
                  </a:cubicBezTo>
                  <a:cubicBezTo>
                    <a:pt x="156" y="89"/>
                    <a:pt x="156" y="89"/>
                    <a:pt x="156" y="89"/>
                  </a:cubicBezTo>
                  <a:cubicBezTo>
                    <a:pt x="156" y="89"/>
                    <a:pt x="156" y="89"/>
                    <a:pt x="156" y="89"/>
                  </a:cubicBezTo>
                  <a:cubicBezTo>
                    <a:pt x="22" y="89"/>
                    <a:pt x="22" y="89"/>
                    <a:pt x="22" y="89"/>
                  </a:cubicBezTo>
                  <a:cubicBezTo>
                    <a:pt x="22" y="89"/>
                    <a:pt x="22" y="89"/>
                    <a:pt x="22" y="89"/>
                  </a:cubicBezTo>
                  <a:cubicBezTo>
                    <a:pt x="22" y="22"/>
                    <a:pt x="22" y="22"/>
                    <a:pt x="22" y="22"/>
                  </a:cubicBezTo>
                  <a:cubicBezTo>
                    <a:pt x="22" y="22"/>
                    <a:pt x="22" y="22"/>
                    <a:pt x="22" y="22"/>
                  </a:cubicBezTo>
                  <a:cubicBezTo>
                    <a:pt x="89" y="22"/>
                    <a:pt x="89" y="22"/>
                    <a:pt x="89" y="22"/>
                  </a:cubicBezTo>
                  <a:cubicBezTo>
                    <a:pt x="112" y="22"/>
                    <a:pt x="112" y="22"/>
                    <a:pt x="112" y="22"/>
                  </a:cubicBezTo>
                  <a:cubicBezTo>
                    <a:pt x="156" y="22"/>
                    <a:pt x="156" y="22"/>
                    <a:pt x="156" y="22"/>
                  </a:cubicBezTo>
                  <a:cubicBezTo>
                    <a:pt x="156" y="22"/>
                    <a:pt x="156" y="22"/>
                    <a:pt x="156" y="22"/>
                  </a:cubicBezTo>
                  <a:cubicBezTo>
                    <a:pt x="156" y="44"/>
                    <a:pt x="156" y="44"/>
                    <a:pt x="156" y="44"/>
                  </a:cubicBezTo>
                  <a:cubicBezTo>
                    <a:pt x="179" y="44"/>
                    <a:pt x="179" y="44"/>
                    <a:pt x="179" y="44"/>
                  </a:cubicBezTo>
                </a:path>
              </a:pathLst>
            </a:custGeom>
            <a:solidFill>
              <a:schemeClr val="accent4">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en-IE"/>
            </a:p>
          </p:txBody>
        </p:sp>
        <p:sp>
          <p:nvSpPr>
            <p:cNvPr id="34" name="Freeform 130">
              <a:extLst>
                <a:ext uri="{FF2B5EF4-FFF2-40B4-BE49-F238E27FC236}">
                  <a16:creationId xmlns:a16="http://schemas.microsoft.com/office/drawing/2014/main" id="{8159D857-808D-4BF2-A6E3-705F3FE540CA}"/>
                </a:ext>
              </a:extLst>
            </p:cNvPr>
            <p:cNvSpPr>
              <a:spLocks/>
            </p:cNvSpPr>
            <p:nvPr/>
          </p:nvSpPr>
          <p:spPr bwMode="auto">
            <a:xfrm>
              <a:off x="5016047" y="2851604"/>
              <a:ext cx="306388" cy="192088"/>
            </a:xfrm>
            <a:custGeom>
              <a:avLst/>
              <a:gdLst>
                <a:gd name="T0" fmla="*/ 157 w 179"/>
                <a:gd name="T1" fmla="*/ 0 h 112"/>
                <a:gd name="T2" fmla="*/ 23 w 179"/>
                <a:gd name="T3" fmla="*/ 0 h 112"/>
                <a:gd name="T4" fmla="*/ 0 w 179"/>
                <a:gd name="T5" fmla="*/ 22 h 112"/>
                <a:gd name="T6" fmla="*/ 0 w 179"/>
                <a:gd name="T7" fmla="*/ 45 h 112"/>
                <a:gd name="T8" fmla="*/ 23 w 179"/>
                <a:gd name="T9" fmla="*/ 45 h 112"/>
                <a:gd name="T10" fmla="*/ 23 w 179"/>
                <a:gd name="T11" fmla="*/ 22 h 112"/>
                <a:gd name="T12" fmla="*/ 23 w 179"/>
                <a:gd name="T13" fmla="*/ 22 h 112"/>
                <a:gd name="T14" fmla="*/ 157 w 179"/>
                <a:gd name="T15" fmla="*/ 22 h 112"/>
                <a:gd name="T16" fmla="*/ 157 w 179"/>
                <a:gd name="T17" fmla="*/ 22 h 112"/>
                <a:gd name="T18" fmla="*/ 157 w 179"/>
                <a:gd name="T19" fmla="*/ 89 h 112"/>
                <a:gd name="T20" fmla="*/ 157 w 179"/>
                <a:gd name="T21" fmla="*/ 89 h 112"/>
                <a:gd name="T22" fmla="*/ 90 w 179"/>
                <a:gd name="T23" fmla="*/ 89 h 112"/>
                <a:gd name="T24" fmla="*/ 67 w 179"/>
                <a:gd name="T25" fmla="*/ 89 h 112"/>
                <a:gd name="T26" fmla="*/ 23 w 179"/>
                <a:gd name="T27" fmla="*/ 89 h 112"/>
                <a:gd name="T28" fmla="*/ 23 w 179"/>
                <a:gd name="T29" fmla="*/ 89 h 112"/>
                <a:gd name="T30" fmla="*/ 23 w 179"/>
                <a:gd name="T31" fmla="*/ 67 h 112"/>
                <a:gd name="T32" fmla="*/ 0 w 179"/>
                <a:gd name="T33" fmla="*/ 67 h 112"/>
                <a:gd name="T34" fmla="*/ 0 w 179"/>
                <a:gd name="T35" fmla="*/ 89 h 112"/>
                <a:gd name="T36" fmla="*/ 23 w 179"/>
                <a:gd name="T37" fmla="*/ 112 h 112"/>
                <a:gd name="T38" fmla="*/ 67 w 179"/>
                <a:gd name="T39" fmla="*/ 112 h 112"/>
                <a:gd name="T40" fmla="*/ 90 w 179"/>
                <a:gd name="T41" fmla="*/ 112 h 112"/>
                <a:gd name="T42" fmla="*/ 157 w 179"/>
                <a:gd name="T43" fmla="*/ 112 h 112"/>
                <a:gd name="T44" fmla="*/ 179 w 179"/>
                <a:gd name="T45" fmla="*/ 89 h 112"/>
                <a:gd name="T46" fmla="*/ 179 w 179"/>
                <a:gd name="T47" fmla="*/ 22 h 112"/>
                <a:gd name="T48" fmla="*/ 157 w 179"/>
                <a:gd name="T49"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9" h="112">
                  <a:moveTo>
                    <a:pt x="157" y="0"/>
                  </a:moveTo>
                  <a:cubicBezTo>
                    <a:pt x="23" y="0"/>
                    <a:pt x="23" y="0"/>
                    <a:pt x="23" y="0"/>
                  </a:cubicBezTo>
                  <a:cubicBezTo>
                    <a:pt x="10" y="0"/>
                    <a:pt x="0" y="10"/>
                    <a:pt x="0" y="22"/>
                  </a:cubicBezTo>
                  <a:cubicBezTo>
                    <a:pt x="0" y="45"/>
                    <a:pt x="0" y="45"/>
                    <a:pt x="0" y="45"/>
                  </a:cubicBezTo>
                  <a:cubicBezTo>
                    <a:pt x="23" y="45"/>
                    <a:pt x="23" y="45"/>
                    <a:pt x="23" y="45"/>
                  </a:cubicBezTo>
                  <a:cubicBezTo>
                    <a:pt x="23" y="22"/>
                    <a:pt x="23" y="22"/>
                    <a:pt x="23" y="22"/>
                  </a:cubicBezTo>
                  <a:cubicBezTo>
                    <a:pt x="23" y="22"/>
                    <a:pt x="23" y="22"/>
                    <a:pt x="23" y="22"/>
                  </a:cubicBezTo>
                  <a:cubicBezTo>
                    <a:pt x="157" y="22"/>
                    <a:pt x="157" y="22"/>
                    <a:pt x="157" y="22"/>
                  </a:cubicBezTo>
                  <a:cubicBezTo>
                    <a:pt x="157" y="22"/>
                    <a:pt x="157" y="22"/>
                    <a:pt x="157" y="22"/>
                  </a:cubicBezTo>
                  <a:cubicBezTo>
                    <a:pt x="157" y="89"/>
                    <a:pt x="157" y="89"/>
                    <a:pt x="157" y="89"/>
                  </a:cubicBezTo>
                  <a:cubicBezTo>
                    <a:pt x="157" y="89"/>
                    <a:pt x="157" y="89"/>
                    <a:pt x="157" y="89"/>
                  </a:cubicBezTo>
                  <a:cubicBezTo>
                    <a:pt x="90" y="89"/>
                    <a:pt x="90" y="89"/>
                    <a:pt x="90" y="89"/>
                  </a:cubicBezTo>
                  <a:cubicBezTo>
                    <a:pt x="67" y="89"/>
                    <a:pt x="67" y="89"/>
                    <a:pt x="67" y="89"/>
                  </a:cubicBezTo>
                  <a:cubicBezTo>
                    <a:pt x="23" y="89"/>
                    <a:pt x="23" y="89"/>
                    <a:pt x="23" y="89"/>
                  </a:cubicBezTo>
                  <a:cubicBezTo>
                    <a:pt x="23" y="89"/>
                    <a:pt x="23" y="89"/>
                    <a:pt x="23" y="89"/>
                  </a:cubicBezTo>
                  <a:cubicBezTo>
                    <a:pt x="23" y="67"/>
                    <a:pt x="23" y="67"/>
                    <a:pt x="23" y="67"/>
                  </a:cubicBezTo>
                  <a:cubicBezTo>
                    <a:pt x="0" y="67"/>
                    <a:pt x="0" y="67"/>
                    <a:pt x="0" y="67"/>
                  </a:cubicBezTo>
                  <a:cubicBezTo>
                    <a:pt x="0" y="89"/>
                    <a:pt x="0" y="89"/>
                    <a:pt x="0" y="89"/>
                  </a:cubicBezTo>
                  <a:cubicBezTo>
                    <a:pt x="0" y="102"/>
                    <a:pt x="10" y="112"/>
                    <a:pt x="23" y="112"/>
                  </a:cubicBezTo>
                  <a:cubicBezTo>
                    <a:pt x="67" y="112"/>
                    <a:pt x="67" y="112"/>
                    <a:pt x="67" y="112"/>
                  </a:cubicBezTo>
                  <a:cubicBezTo>
                    <a:pt x="90" y="112"/>
                    <a:pt x="90" y="112"/>
                    <a:pt x="90" y="112"/>
                  </a:cubicBezTo>
                  <a:cubicBezTo>
                    <a:pt x="157" y="112"/>
                    <a:pt x="157" y="112"/>
                    <a:pt x="157" y="112"/>
                  </a:cubicBezTo>
                  <a:cubicBezTo>
                    <a:pt x="169" y="112"/>
                    <a:pt x="179" y="102"/>
                    <a:pt x="179" y="89"/>
                  </a:cubicBezTo>
                  <a:cubicBezTo>
                    <a:pt x="179" y="22"/>
                    <a:pt x="179" y="22"/>
                    <a:pt x="179" y="22"/>
                  </a:cubicBezTo>
                  <a:cubicBezTo>
                    <a:pt x="179" y="10"/>
                    <a:pt x="169" y="0"/>
                    <a:pt x="157" y="0"/>
                  </a:cubicBezTo>
                </a:path>
              </a:pathLst>
            </a:custGeom>
            <a:solidFill>
              <a:srgbClr val="424953"/>
            </a:solidFill>
            <a:ln>
              <a:noFill/>
            </a:ln>
            <a:extLst/>
          </p:spPr>
          <p:txBody>
            <a:bodyPr vert="horz" wrap="square" lIns="91440" tIns="45720" rIns="91440" bIns="45720" numCol="1" anchor="t" anchorCtr="0" compatLnSpc="1">
              <a:prstTxWarp prst="textNoShape">
                <a:avLst/>
              </a:prstTxWarp>
            </a:bodyPr>
            <a:lstStyle/>
            <a:p>
              <a:endParaRPr lang="en-IE"/>
            </a:p>
          </p:txBody>
        </p:sp>
      </p:grpSp>
      <p:sp>
        <p:nvSpPr>
          <p:cNvPr id="2" name="Title 1"/>
          <p:cNvSpPr>
            <a:spLocks noGrp="1"/>
          </p:cNvSpPr>
          <p:nvPr>
            <p:ph type="title"/>
          </p:nvPr>
        </p:nvSpPr>
        <p:spPr/>
        <p:txBody>
          <a:bodyPr/>
          <a:lstStyle/>
          <a:p>
            <a:r>
              <a:rPr lang="en-US" dirty="0" err="1"/>
              <a:t>gitlab</a:t>
            </a:r>
            <a:endParaRPr lang="en-US" dirty="0"/>
          </a:p>
        </p:txBody>
      </p:sp>
      <p:sp>
        <p:nvSpPr>
          <p:cNvPr id="3" name="Text Placeholder 2"/>
          <p:cNvSpPr>
            <a:spLocks noGrp="1"/>
          </p:cNvSpPr>
          <p:nvPr>
            <p:ph type="body" sz="quarter" idx="10"/>
          </p:nvPr>
        </p:nvSpPr>
        <p:spPr>
          <a:xfrm>
            <a:off x="381000" y="1014984"/>
            <a:ext cx="11430000" cy="395908"/>
          </a:xfrm>
        </p:spPr>
        <p:txBody>
          <a:bodyPr/>
          <a:lstStyle/>
          <a:p>
            <a:r>
              <a:rPr lang="en-US" dirty="0"/>
              <a:t>Features</a:t>
            </a:r>
          </a:p>
        </p:txBody>
      </p:sp>
      <p:sp>
        <p:nvSpPr>
          <p:cNvPr id="4" name="Footer Placeholder 3"/>
          <p:cNvSpPr>
            <a:spLocks noGrp="1"/>
          </p:cNvSpPr>
          <p:nvPr>
            <p:ph type="ftr" sz="quarter" idx="3"/>
          </p:nvPr>
        </p:nvSpPr>
        <p:spPr>
          <a:xfrm>
            <a:off x="381002" y="6576387"/>
            <a:ext cx="5714999" cy="206375"/>
          </a:xfrm>
        </p:spPr>
        <p:txBody>
          <a:bodyPr/>
          <a:lstStyle/>
          <a:p>
            <a:r>
              <a:rPr lang="en-US"/>
              <a:t>Copyright © 2017 Accenture  All rights reserved.</a:t>
            </a:r>
            <a:endParaRPr lang="en-US" dirty="0"/>
          </a:p>
        </p:txBody>
      </p:sp>
      <p:sp>
        <p:nvSpPr>
          <p:cNvPr id="5" name="Slide Number Placeholder 4"/>
          <p:cNvSpPr>
            <a:spLocks noGrp="1"/>
          </p:cNvSpPr>
          <p:nvPr>
            <p:ph type="sldNum" sz="quarter" idx="4"/>
          </p:nvPr>
        </p:nvSpPr>
        <p:spPr/>
        <p:txBody>
          <a:bodyPr/>
          <a:lstStyle/>
          <a:p>
            <a:fld id="{4F9AC08D-23A9-440E-BCB9-AA1E9877CC38}" type="slidenum">
              <a:rPr lang="en-US" smtClean="0"/>
              <a:pPr/>
              <a:t>4</a:t>
            </a:fld>
            <a:endParaRPr lang="en-US" dirty="0"/>
          </a:p>
        </p:txBody>
      </p:sp>
      <p:sp>
        <p:nvSpPr>
          <p:cNvPr id="46" name="TextBox 45">
            <a:extLst>
              <a:ext uri="{FF2B5EF4-FFF2-40B4-BE49-F238E27FC236}">
                <a16:creationId xmlns:a16="http://schemas.microsoft.com/office/drawing/2014/main" id="{6320123F-4C45-44FC-BF8C-716005E7DD6A}"/>
              </a:ext>
            </a:extLst>
          </p:cNvPr>
          <p:cNvSpPr txBox="1"/>
          <p:nvPr/>
        </p:nvSpPr>
        <p:spPr>
          <a:xfrm>
            <a:off x="2328672" y="4636008"/>
            <a:ext cx="2342478" cy="646331"/>
          </a:xfrm>
          <a:prstGeom prst="rect">
            <a:avLst/>
          </a:prstGeom>
          <a:noFill/>
        </p:spPr>
        <p:txBody>
          <a:bodyPr wrap="square" rtlCol="0">
            <a:spAutoFit/>
          </a:bodyPr>
          <a:lstStyle/>
          <a:p>
            <a:pPr algn="ctr"/>
            <a:r>
              <a:rPr lang="en-US" b="1" dirty="0">
                <a:solidFill>
                  <a:schemeClr val="bg1"/>
                </a:solidFill>
              </a:rPr>
              <a:t>WEB </a:t>
            </a:r>
          </a:p>
          <a:p>
            <a:pPr algn="ctr"/>
            <a:r>
              <a:rPr lang="en-US" b="1" dirty="0">
                <a:solidFill>
                  <a:schemeClr val="bg1"/>
                </a:solidFill>
              </a:rPr>
              <a:t>HOOKS</a:t>
            </a:r>
          </a:p>
        </p:txBody>
      </p:sp>
      <p:sp>
        <p:nvSpPr>
          <p:cNvPr id="28" name="TextBox 27">
            <a:extLst>
              <a:ext uri="{FF2B5EF4-FFF2-40B4-BE49-F238E27FC236}">
                <a16:creationId xmlns:a16="http://schemas.microsoft.com/office/drawing/2014/main" id="{65DD71F4-7E3E-4525-A830-DAAF44C9D116}"/>
              </a:ext>
            </a:extLst>
          </p:cNvPr>
          <p:cNvSpPr txBox="1"/>
          <p:nvPr/>
        </p:nvSpPr>
        <p:spPr>
          <a:xfrm>
            <a:off x="5544314" y="2016251"/>
            <a:ext cx="5961888" cy="2862322"/>
          </a:xfrm>
          <a:prstGeom prst="rect">
            <a:avLst/>
          </a:prstGeom>
          <a:noFill/>
        </p:spPr>
        <p:txBody>
          <a:bodyPr wrap="square" rtlCol="0">
            <a:spAutoFit/>
          </a:bodyPr>
          <a:lstStyle/>
          <a:p>
            <a:pPr marL="285750" indent="-285750" algn="just">
              <a:buFont typeface="Arial" panose="020B0604020202020204" pitchFamily="34" charset="0"/>
              <a:buChar char="•"/>
            </a:pPr>
            <a:r>
              <a:rPr lang="en-US" dirty="0">
                <a:solidFill>
                  <a:schemeClr val="bg1"/>
                </a:solidFill>
              </a:rPr>
              <a:t>Project </a:t>
            </a:r>
            <a:r>
              <a:rPr lang="en-US" dirty="0" err="1">
                <a:solidFill>
                  <a:schemeClr val="bg1"/>
                </a:solidFill>
              </a:rPr>
              <a:t>webhooks</a:t>
            </a:r>
            <a:r>
              <a:rPr lang="en-US" dirty="0">
                <a:solidFill>
                  <a:schemeClr val="bg1"/>
                </a:solidFill>
              </a:rPr>
              <a:t> allow you to trigger a URL if for example new code is pushed or a new issue is created. You can configure </a:t>
            </a:r>
            <a:r>
              <a:rPr lang="en-US" dirty="0" err="1">
                <a:solidFill>
                  <a:schemeClr val="bg1"/>
                </a:solidFill>
              </a:rPr>
              <a:t>webhooks</a:t>
            </a:r>
            <a:r>
              <a:rPr lang="en-US" dirty="0">
                <a:solidFill>
                  <a:schemeClr val="bg1"/>
                </a:solidFill>
              </a:rPr>
              <a:t> to listen for specific events like pushes, issues or merge requests. </a:t>
            </a:r>
            <a:r>
              <a:rPr lang="en-US" dirty="0" err="1">
                <a:solidFill>
                  <a:schemeClr val="bg1"/>
                </a:solidFill>
              </a:rPr>
              <a:t>GitLab</a:t>
            </a:r>
            <a:r>
              <a:rPr lang="en-US" dirty="0">
                <a:solidFill>
                  <a:schemeClr val="bg1"/>
                </a:solidFill>
              </a:rPr>
              <a:t> will send a POST request with data to the </a:t>
            </a:r>
            <a:r>
              <a:rPr lang="en-US" dirty="0" err="1">
                <a:solidFill>
                  <a:schemeClr val="bg1"/>
                </a:solidFill>
              </a:rPr>
              <a:t>webhook</a:t>
            </a:r>
            <a:r>
              <a:rPr lang="en-US" dirty="0">
                <a:solidFill>
                  <a:schemeClr val="bg1"/>
                </a:solidFill>
              </a:rPr>
              <a:t> URL.</a:t>
            </a:r>
          </a:p>
          <a:p>
            <a:pPr marL="285750" indent="-285750" algn="just">
              <a:buFont typeface="Arial" panose="020B0604020202020204" pitchFamily="34" charset="0"/>
              <a:buChar char="•"/>
            </a:pPr>
            <a:endParaRPr lang="en-US" dirty="0">
              <a:solidFill>
                <a:schemeClr val="bg1"/>
              </a:solidFill>
            </a:endParaRPr>
          </a:p>
          <a:p>
            <a:pPr marL="285750" indent="-285750" algn="just">
              <a:buFont typeface="Arial" panose="020B0604020202020204" pitchFamily="34" charset="0"/>
              <a:buChar char="•"/>
            </a:pPr>
            <a:r>
              <a:rPr lang="en-US" dirty="0" err="1">
                <a:solidFill>
                  <a:schemeClr val="bg1"/>
                </a:solidFill>
              </a:rPr>
              <a:t>Webhooks</a:t>
            </a:r>
            <a:r>
              <a:rPr lang="en-US" dirty="0">
                <a:solidFill>
                  <a:schemeClr val="bg1"/>
                </a:solidFill>
              </a:rPr>
              <a:t> can be used to update an external issue tracker, trigger CI jobs, update a backup mirror, or even deploy to your production server.</a:t>
            </a:r>
          </a:p>
        </p:txBody>
      </p:sp>
    </p:spTree>
    <p:extLst>
      <p:ext uri="{BB962C8B-B14F-4D97-AF65-F5344CB8AC3E}">
        <p14:creationId xmlns:p14="http://schemas.microsoft.com/office/powerpoint/2010/main" val="2455321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990B4F7E-43ED-4762-9BA0-A11FFC6C877F}"/>
              </a:ext>
            </a:extLst>
          </p:cNvPr>
          <p:cNvGrpSpPr/>
          <p:nvPr/>
        </p:nvGrpSpPr>
        <p:grpSpPr>
          <a:xfrm>
            <a:off x="2651076" y="2266684"/>
            <a:ext cx="1662137" cy="1897249"/>
            <a:chOff x="3679693" y="4520749"/>
            <a:chExt cx="1422512" cy="1658175"/>
          </a:xfrm>
          <a:solidFill>
            <a:srgbClr val="7030A0"/>
          </a:solidFill>
        </p:grpSpPr>
        <p:sp>
          <p:nvSpPr>
            <p:cNvPr id="15" name="Freeform 8">
              <a:extLst>
                <a:ext uri="{FF2B5EF4-FFF2-40B4-BE49-F238E27FC236}">
                  <a16:creationId xmlns:a16="http://schemas.microsoft.com/office/drawing/2014/main" id="{80C45E4B-D868-41A3-B27C-FEC5F07A6996}"/>
                </a:ext>
              </a:extLst>
            </p:cNvPr>
            <p:cNvSpPr>
              <a:spLocks/>
            </p:cNvSpPr>
            <p:nvPr/>
          </p:nvSpPr>
          <p:spPr bwMode="auto">
            <a:xfrm>
              <a:off x="3679693" y="4520749"/>
              <a:ext cx="1422512" cy="1658175"/>
            </a:xfrm>
            <a:custGeom>
              <a:avLst/>
              <a:gdLst>
                <a:gd name="T0" fmla="*/ 176 w 352"/>
                <a:gd name="T1" fmla="*/ 0 h 410"/>
                <a:gd name="T2" fmla="*/ 0 w 352"/>
                <a:gd name="T3" fmla="*/ 176 h 410"/>
                <a:gd name="T4" fmla="*/ 121 w 352"/>
                <a:gd name="T5" fmla="*/ 343 h 410"/>
                <a:gd name="T6" fmla="*/ 165 w 352"/>
                <a:gd name="T7" fmla="*/ 398 h 410"/>
                <a:gd name="T8" fmla="*/ 176 w 352"/>
                <a:gd name="T9" fmla="*/ 410 h 410"/>
                <a:gd name="T10" fmla="*/ 186 w 352"/>
                <a:gd name="T11" fmla="*/ 398 h 410"/>
                <a:gd name="T12" fmla="*/ 230 w 352"/>
                <a:gd name="T13" fmla="*/ 343 h 410"/>
                <a:gd name="T14" fmla="*/ 352 w 352"/>
                <a:gd name="T15" fmla="*/ 176 h 410"/>
                <a:gd name="T16" fmla="*/ 176 w 352"/>
                <a:gd name="T17" fmla="*/ 0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10">
                  <a:moveTo>
                    <a:pt x="176" y="0"/>
                  </a:moveTo>
                  <a:cubicBezTo>
                    <a:pt x="79" y="0"/>
                    <a:pt x="0" y="78"/>
                    <a:pt x="0" y="176"/>
                  </a:cubicBezTo>
                  <a:cubicBezTo>
                    <a:pt x="0" y="251"/>
                    <a:pt x="50" y="320"/>
                    <a:pt x="121" y="343"/>
                  </a:cubicBezTo>
                  <a:cubicBezTo>
                    <a:pt x="136" y="363"/>
                    <a:pt x="151" y="382"/>
                    <a:pt x="165" y="398"/>
                  </a:cubicBezTo>
                  <a:cubicBezTo>
                    <a:pt x="176" y="410"/>
                    <a:pt x="176" y="410"/>
                    <a:pt x="176" y="410"/>
                  </a:cubicBezTo>
                  <a:cubicBezTo>
                    <a:pt x="186" y="398"/>
                    <a:pt x="186" y="398"/>
                    <a:pt x="186" y="398"/>
                  </a:cubicBezTo>
                  <a:cubicBezTo>
                    <a:pt x="201" y="382"/>
                    <a:pt x="216" y="363"/>
                    <a:pt x="230" y="343"/>
                  </a:cubicBezTo>
                  <a:cubicBezTo>
                    <a:pt x="302" y="320"/>
                    <a:pt x="352" y="251"/>
                    <a:pt x="352" y="176"/>
                  </a:cubicBezTo>
                  <a:cubicBezTo>
                    <a:pt x="352" y="78"/>
                    <a:pt x="273" y="0"/>
                    <a:pt x="176" y="0"/>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en-IE"/>
            </a:p>
          </p:txBody>
        </p:sp>
        <p:sp>
          <p:nvSpPr>
            <p:cNvPr id="16" name="Oval 15">
              <a:extLst>
                <a:ext uri="{FF2B5EF4-FFF2-40B4-BE49-F238E27FC236}">
                  <a16:creationId xmlns:a16="http://schemas.microsoft.com/office/drawing/2014/main" id="{F1C3A89A-D2E4-4C9E-807E-6B1B878A6FBB}"/>
                </a:ext>
              </a:extLst>
            </p:cNvPr>
            <p:cNvSpPr/>
            <p:nvPr/>
          </p:nvSpPr>
          <p:spPr>
            <a:xfrm>
              <a:off x="3776586" y="4619982"/>
              <a:ext cx="1228725" cy="1228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ADAD8EF6-728D-4FE6-8CB1-A2C44B7240A2}"/>
              </a:ext>
            </a:extLst>
          </p:cNvPr>
          <p:cNvGrpSpPr/>
          <p:nvPr/>
        </p:nvGrpSpPr>
        <p:grpSpPr>
          <a:xfrm>
            <a:off x="2911541" y="2597015"/>
            <a:ext cx="1121979" cy="945723"/>
            <a:chOff x="5322888" y="1601788"/>
            <a:chExt cx="684212" cy="588962"/>
          </a:xfrm>
          <a:solidFill>
            <a:srgbClr val="7030A0"/>
          </a:solidFill>
        </p:grpSpPr>
        <p:sp>
          <p:nvSpPr>
            <p:cNvPr id="18" name="Freeform 9">
              <a:extLst>
                <a:ext uri="{FF2B5EF4-FFF2-40B4-BE49-F238E27FC236}">
                  <a16:creationId xmlns:a16="http://schemas.microsoft.com/office/drawing/2014/main" id="{32997D6A-F0E7-468C-B1D4-87FDCD30AF72}"/>
                </a:ext>
              </a:extLst>
            </p:cNvPr>
            <p:cNvSpPr>
              <a:spLocks/>
            </p:cNvSpPr>
            <p:nvPr/>
          </p:nvSpPr>
          <p:spPr bwMode="auto">
            <a:xfrm>
              <a:off x="5727700" y="1752600"/>
              <a:ext cx="46037" cy="58737"/>
            </a:xfrm>
            <a:custGeom>
              <a:avLst/>
              <a:gdLst>
                <a:gd name="T0" fmla="*/ 14 w 29"/>
                <a:gd name="T1" fmla="*/ 37 h 37"/>
                <a:gd name="T2" fmla="*/ 14 w 29"/>
                <a:gd name="T3" fmla="*/ 37 h 37"/>
                <a:gd name="T4" fmla="*/ 9 w 29"/>
                <a:gd name="T5" fmla="*/ 35 h 37"/>
                <a:gd name="T6" fmla="*/ 3 w 29"/>
                <a:gd name="T7" fmla="*/ 32 h 37"/>
                <a:gd name="T8" fmla="*/ 2 w 29"/>
                <a:gd name="T9" fmla="*/ 26 h 37"/>
                <a:gd name="T10" fmla="*/ 0 w 29"/>
                <a:gd name="T11" fmla="*/ 19 h 37"/>
                <a:gd name="T12" fmla="*/ 0 w 29"/>
                <a:gd name="T13" fmla="*/ 19 h 37"/>
                <a:gd name="T14" fmla="*/ 2 w 29"/>
                <a:gd name="T15" fmla="*/ 11 h 37"/>
                <a:gd name="T16" fmla="*/ 3 w 29"/>
                <a:gd name="T17" fmla="*/ 6 h 37"/>
                <a:gd name="T18" fmla="*/ 9 w 29"/>
                <a:gd name="T19" fmla="*/ 2 h 37"/>
                <a:gd name="T20" fmla="*/ 14 w 29"/>
                <a:gd name="T21" fmla="*/ 0 h 37"/>
                <a:gd name="T22" fmla="*/ 14 w 29"/>
                <a:gd name="T23" fmla="*/ 0 h 37"/>
                <a:gd name="T24" fmla="*/ 20 w 29"/>
                <a:gd name="T25" fmla="*/ 2 h 37"/>
                <a:gd name="T26" fmla="*/ 24 w 29"/>
                <a:gd name="T27" fmla="*/ 6 h 37"/>
                <a:gd name="T28" fmla="*/ 27 w 29"/>
                <a:gd name="T29" fmla="*/ 11 h 37"/>
                <a:gd name="T30" fmla="*/ 29 w 29"/>
                <a:gd name="T31" fmla="*/ 19 h 37"/>
                <a:gd name="T32" fmla="*/ 29 w 29"/>
                <a:gd name="T33" fmla="*/ 19 h 37"/>
                <a:gd name="T34" fmla="*/ 27 w 29"/>
                <a:gd name="T35" fmla="*/ 26 h 37"/>
                <a:gd name="T36" fmla="*/ 24 w 29"/>
                <a:gd name="T37" fmla="*/ 32 h 37"/>
                <a:gd name="T38" fmla="*/ 20 w 29"/>
                <a:gd name="T39" fmla="*/ 35 h 37"/>
                <a:gd name="T40" fmla="*/ 14 w 29"/>
                <a:gd name="T41" fmla="*/ 37 h 37"/>
                <a:gd name="T42" fmla="*/ 14 w 29"/>
                <a:gd name="T43"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9" h="37">
                  <a:moveTo>
                    <a:pt x="14" y="37"/>
                  </a:moveTo>
                  <a:lnTo>
                    <a:pt x="14" y="37"/>
                  </a:lnTo>
                  <a:lnTo>
                    <a:pt x="9" y="35"/>
                  </a:lnTo>
                  <a:lnTo>
                    <a:pt x="3" y="32"/>
                  </a:lnTo>
                  <a:lnTo>
                    <a:pt x="2" y="26"/>
                  </a:lnTo>
                  <a:lnTo>
                    <a:pt x="0" y="19"/>
                  </a:lnTo>
                  <a:lnTo>
                    <a:pt x="0" y="19"/>
                  </a:lnTo>
                  <a:lnTo>
                    <a:pt x="2" y="11"/>
                  </a:lnTo>
                  <a:lnTo>
                    <a:pt x="3" y="6"/>
                  </a:lnTo>
                  <a:lnTo>
                    <a:pt x="9" y="2"/>
                  </a:lnTo>
                  <a:lnTo>
                    <a:pt x="14" y="0"/>
                  </a:lnTo>
                  <a:lnTo>
                    <a:pt x="14" y="0"/>
                  </a:lnTo>
                  <a:lnTo>
                    <a:pt x="20" y="2"/>
                  </a:lnTo>
                  <a:lnTo>
                    <a:pt x="24" y="6"/>
                  </a:lnTo>
                  <a:lnTo>
                    <a:pt x="27" y="11"/>
                  </a:lnTo>
                  <a:lnTo>
                    <a:pt x="29" y="19"/>
                  </a:lnTo>
                  <a:lnTo>
                    <a:pt x="29" y="19"/>
                  </a:lnTo>
                  <a:lnTo>
                    <a:pt x="27" y="26"/>
                  </a:lnTo>
                  <a:lnTo>
                    <a:pt x="24" y="32"/>
                  </a:lnTo>
                  <a:lnTo>
                    <a:pt x="20" y="35"/>
                  </a:lnTo>
                  <a:lnTo>
                    <a:pt x="14" y="37"/>
                  </a:lnTo>
                  <a:lnTo>
                    <a:pt x="14"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19" name="Freeform 10">
              <a:extLst>
                <a:ext uri="{FF2B5EF4-FFF2-40B4-BE49-F238E27FC236}">
                  <a16:creationId xmlns:a16="http://schemas.microsoft.com/office/drawing/2014/main" id="{08E061C6-9630-488C-A02C-9C6DBCF5D7F8}"/>
                </a:ext>
              </a:extLst>
            </p:cNvPr>
            <p:cNvSpPr>
              <a:spLocks/>
            </p:cNvSpPr>
            <p:nvPr/>
          </p:nvSpPr>
          <p:spPr bwMode="auto">
            <a:xfrm>
              <a:off x="5540375" y="1752600"/>
              <a:ext cx="47625" cy="58737"/>
            </a:xfrm>
            <a:custGeom>
              <a:avLst/>
              <a:gdLst>
                <a:gd name="T0" fmla="*/ 15 w 30"/>
                <a:gd name="T1" fmla="*/ 37 h 37"/>
                <a:gd name="T2" fmla="*/ 15 w 30"/>
                <a:gd name="T3" fmla="*/ 37 h 37"/>
                <a:gd name="T4" fmla="*/ 9 w 30"/>
                <a:gd name="T5" fmla="*/ 35 h 37"/>
                <a:gd name="T6" fmla="*/ 4 w 30"/>
                <a:gd name="T7" fmla="*/ 32 h 37"/>
                <a:gd name="T8" fmla="*/ 2 w 30"/>
                <a:gd name="T9" fmla="*/ 26 h 37"/>
                <a:gd name="T10" fmla="*/ 0 w 30"/>
                <a:gd name="T11" fmla="*/ 19 h 37"/>
                <a:gd name="T12" fmla="*/ 0 w 30"/>
                <a:gd name="T13" fmla="*/ 19 h 37"/>
                <a:gd name="T14" fmla="*/ 2 w 30"/>
                <a:gd name="T15" fmla="*/ 11 h 37"/>
                <a:gd name="T16" fmla="*/ 4 w 30"/>
                <a:gd name="T17" fmla="*/ 6 h 37"/>
                <a:gd name="T18" fmla="*/ 9 w 30"/>
                <a:gd name="T19" fmla="*/ 2 h 37"/>
                <a:gd name="T20" fmla="*/ 15 w 30"/>
                <a:gd name="T21" fmla="*/ 0 h 37"/>
                <a:gd name="T22" fmla="*/ 15 w 30"/>
                <a:gd name="T23" fmla="*/ 0 h 37"/>
                <a:gd name="T24" fmla="*/ 20 w 30"/>
                <a:gd name="T25" fmla="*/ 2 h 37"/>
                <a:gd name="T26" fmla="*/ 26 w 30"/>
                <a:gd name="T27" fmla="*/ 6 h 37"/>
                <a:gd name="T28" fmla="*/ 28 w 30"/>
                <a:gd name="T29" fmla="*/ 11 h 37"/>
                <a:gd name="T30" fmla="*/ 30 w 30"/>
                <a:gd name="T31" fmla="*/ 19 h 37"/>
                <a:gd name="T32" fmla="*/ 30 w 30"/>
                <a:gd name="T33" fmla="*/ 19 h 37"/>
                <a:gd name="T34" fmla="*/ 28 w 30"/>
                <a:gd name="T35" fmla="*/ 26 h 37"/>
                <a:gd name="T36" fmla="*/ 26 w 30"/>
                <a:gd name="T37" fmla="*/ 32 h 37"/>
                <a:gd name="T38" fmla="*/ 20 w 30"/>
                <a:gd name="T39" fmla="*/ 35 h 37"/>
                <a:gd name="T40" fmla="*/ 15 w 30"/>
                <a:gd name="T41" fmla="*/ 37 h 37"/>
                <a:gd name="T42" fmla="*/ 15 w 30"/>
                <a:gd name="T43"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 h="37">
                  <a:moveTo>
                    <a:pt x="15" y="37"/>
                  </a:moveTo>
                  <a:lnTo>
                    <a:pt x="15" y="37"/>
                  </a:lnTo>
                  <a:lnTo>
                    <a:pt x="9" y="35"/>
                  </a:lnTo>
                  <a:lnTo>
                    <a:pt x="4" y="32"/>
                  </a:lnTo>
                  <a:lnTo>
                    <a:pt x="2" y="26"/>
                  </a:lnTo>
                  <a:lnTo>
                    <a:pt x="0" y="19"/>
                  </a:lnTo>
                  <a:lnTo>
                    <a:pt x="0" y="19"/>
                  </a:lnTo>
                  <a:lnTo>
                    <a:pt x="2" y="11"/>
                  </a:lnTo>
                  <a:lnTo>
                    <a:pt x="4" y="6"/>
                  </a:lnTo>
                  <a:lnTo>
                    <a:pt x="9" y="2"/>
                  </a:lnTo>
                  <a:lnTo>
                    <a:pt x="15" y="0"/>
                  </a:lnTo>
                  <a:lnTo>
                    <a:pt x="15" y="0"/>
                  </a:lnTo>
                  <a:lnTo>
                    <a:pt x="20" y="2"/>
                  </a:lnTo>
                  <a:lnTo>
                    <a:pt x="26" y="6"/>
                  </a:lnTo>
                  <a:lnTo>
                    <a:pt x="28" y="11"/>
                  </a:lnTo>
                  <a:lnTo>
                    <a:pt x="30" y="19"/>
                  </a:lnTo>
                  <a:lnTo>
                    <a:pt x="30" y="19"/>
                  </a:lnTo>
                  <a:lnTo>
                    <a:pt x="28" y="26"/>
                  </a:lnTo>
                  <a:lnTo>
                    <a:pt x="26" y="32"/>
                  </a:lnTo>
                  <a:lnTo>
                    <a:pt x="20" y="35"/>
                  </a:lnTo>
                  <a:lnTo>
                    <a:pt x="15" y="37"/>
                  </a:lnTo>
                  <a:lnTo>
                    <a:pt x="15"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0" name="Freeform 11">
              <a:extLst>
                <a:ext uri="{FF2B5EF4-FFF2-40B4-BE49-F238E27FC236}">
                  <a16:creationId xmlns:a16="http://schemas.microsoft.com/office/drawing/2014/main" id="{1FF1C2B7-F3A4-49E2-88B6-56B31325E4B7}"/>
                </a:ext>
              </a:extLst>
            </p:cNvPr>
            <p:cNvSpPr>
              <a:spLocks noEditPoints="1"/>
            </p:cNvSpPr>
            <p:nvPr/>
          </p:nvSpPr>
          <p:spPr bwMode="auto">
            <a:xfrm>
              <a:off x="5713413" y="1814513"/>
              <a:ext cx="119062" cy="236537"/>
            </a:xfrm>
            <a:custGeom>
              <a:avLst/>
              <a:gdLst>
                <a:gd name="T0" fmla="*/ 11 w 75"/>
                <a:gd name="T1" fmla="*/ 86 h 149"/>
                <a:gd name="T2" fmla="*/ 3 w 75"/>
                <a:gd name="T3" fmla="*/ 7 h 149"/>
                <a:gd name="T4" fmla="*/ 1 w 75"/>
                <a:gd name="T5" fmla="*/ 2 h 149"/>
                <a:gd name="T6" fmla="*/ 3 w 75"/>
                <a:gd name="T7" fmla="*/ 2 h 149"/>
                <a:gd name="T8" fmla="*/ 3 w 75"/>
                <a:gd name="T9" fmla="*/ 2 h 149"/>
                <a:gd name="T10" fmla="*/ 11 w 75"/>
                <a:gd name="T11" fmla="*/ 2 h 149"/>
                <a:gd name="T12" fmla="*/ 12 w 75"/>
                <a:gd name="T13" fmla="*/ 11 h 149"/>
                <a:gd name="T14" fmla="*/ 18 w 75"/>
                <a:gd name="T15" fmla="*/ 37 h 149"/>
                <a:gd name="T16" fmla="*/ 18 w 75"/>
                <a:gd name="T17" fmla="*/ 7 h 149"/>
                <a:gd name="T18" fmla="*/ 25 w 75"/>
                <a:gd name="T19" fmla="*/ 0 h 149"/>
                <a:gd name="T20" fmla="*/ 27 w 75"/>
                <a:gd name="T21" fmla="*/ 7 h 149"/>
                <a:gd name="T22" fmla="*/ 38 w 75"/>
                <a:gd name="T23" fmla="*/ 17 h 149"/>
                <a:gd name="T24" fmla="*/ 42 w 75"/>
                <a:gd name="T25" fmla="*/ 7 h 149"/>
                <a:gd name="T26" fmla="*/ 34 w 75"/>
                <a:gd name="T27" fmla="*/ 2 h 149"/>
                <a:gd name="T28" fmla="*/ 42 w 75"/>
                <a:gd name="T29" fmla="*/ 2 h 149"/>
                <a:gd name="T30" fmla="*/ 44 w 75"/>
                <a:gd name="T31" fmla="*/ 2 h 149"/>
                <a:gd name="T32" fmla="*/ 45 w 75"/>
                <a:gd name="T33" fmla="*/ 4 h 149"/>
                <a:gd name="T34" fmla="*/ 73 w 75"/>
                <a:gd name="T35" fmla="*/ 31 h 149"/>
                <a:gd name="T36" fmla="*/ 73 w 75"/>
                <a:gd name="T37" fmla="*/ 31 h 149"/>
                <a:gd name="T38" fmla="*/ 75 w 75"/>
                <a:gd name="T39" fmla="*/ 42 h 149"/>
                <a:gd name="T40" fmla="*/ 75 w 75"/>
                <a:gd name="T41" fmla="*/ 42 h 149"/>
                <a:gd name="T42" fmla="*/ 75 w 75"/>
                <a:gd name="T43" fmla="*/ 42 h 149"/>
                <a:gd name="T44" fmla="*/ 73 w 75"/>
                <a:gd name="T45" fmla="*/ 46 h 149"/>
                <a:gd name="T46" fmla="*/ 67 w 75"/>
                <a:gd name="T47" fmla="*/ 59 h 149"/>
                <a:gd name="T48" fmla="*/ 58 w 75"/>
                <a:gd name="T49" fmla="*/ 73 h 149"/>
                <a:gd name="T50" fmla="*/ 47 w 75"/>
                <a:gd name="T51" fmla="*/ 68 h 149"/>
                <a:gd name="T52" fmla="*/ 47 w 75"/>
                <a:gd name="T53" fmla="*/ 79 h 149"/>
                <a:gd name="T54" fmla="*/ 47 w 75"/>
                <a:gd name="T55" fmla="*/ 79 h 149"/>
                <a:gd name="T56" fmla="*/ 44 w 75"/>
                <a:gd name="T57" fmla="*/ 149 h 149"/>
                <a:gd name="T58" fmla="*/ 23 w 75"/>
                <a:gd name="T59" fmla="*/ 149 h 149"/>
                <a:gd name="T60" fmla="*/ 23 w 75"/>
                <a:gd name="T61" fmla="*/ 79 h 149"/>
                <a:gd name="T62" fmla="*/ 20 w 75"/>
                <a:gd name="T63" fmla="*/ 149 h 149"/>
                <a:gd name="T64" fmla="*/ 0 w 75"/>
                <a:gd name="T65" fmla="*/ 149 h 149"/>
                <a:gd name="T66" fmla="*/ 0 w 75"/>
                <a:gd name="T67" fmla="*/ 88 h 149"/>
                <a:gd name="T68" fmla="*/ 5 w 75"/>
                <a:gd name="T69" fmla="*/ 88 h 149"/>
                <a:gd name="T70" fmla="*/ 49 w 75"/>
                <a:gd name="T71" fmla="*/ 48 h 149"/>
                <a:gd name="T72" fmla="*/ 56 w 75"/>
                <a:gd name="T73" fmla="*/ 39 h 149"/>
                <a:gd name="T74" fmla="*/ 47 w 75"/>
                <a:gd name="T75" fmla="*/ 28 h 149"/>
                <a:gd name="T76" fmla="*/ 47 w 75"/>
                <a:gd name="T77" fmla="*/ 5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5" h="149">
                  <a:moveTo>
                    <a:pt x="5" y="88"/>
                  </a:moveTo>
                  <a:lnTo>
                    <a:pt x="11" y="86"/>
                  </a:lnTo>
                  <a:lnTo>
                    <a:pt x="3" y="7"/>
                  </a:lnTo>
                  <a:lnTo>
                    <a:pt x="3" y="7"/>
                  </a:lnTo>
                  <a:lnTo>
                    <a:pt x="1" y="2"/>
                  </a:lnTo>
                  <a:lnTo>
                    <a:pt x="1" y="2"/>
                  </a:lnTo>
                  <a:lnTo>
                    <a:pt x="3" y="2"/>
                  </a:lnTo>
                  <a:lnTo>
                    <a:pt x="3" y="2"/>
                  </a:lnTo>
                  <a:lnTo>
                    <a:pt x="3" y="2"/>
                  </a:lnTo>
                  <a:lnTo>
                    <a:pt x="3" y="2"/>
                  </a:lnTo>
                  <a:lnTo>
                    <a:pt x="11" y="2"/>
                  </a:lnTo>
                  <a:lnTo>
                    <a:pt x="11" y="2"/>
                  </a:lnTo>
                  <a:lnTo>
                    <a:pt x="5" y="7"/>
                  </a:lnTo>
                  <a:lnTo>
                    <a:pt x="12" y="11"/>
                  </a:lnTo>
                  <a:lnTo>
                    <a:pt x="9" y="17"/>
                  </a:lnTo>
                  <a:lnTo>
                    <a:pt x="18" y="37"/>
                  </a:lnTo>
                  <a:lnTo>
                    <a:pt x="20" y="7"/>
                  </a:lnTo>
                  <a:lnTo>
                    <a:pt x="18" y="7"/>
                  </a:lnTo>
                  <a:lnTo>
                    <a:pt x="20" y="0"/>
                  </a:lnTo>
                  <a:lnTo>
                    <a:pt x="25" y="0"/>
                  </a:lnTo>
                  <a:lnTo>
                    <a:pt x="27" y="7"/>
                  </a:lnTo>
                  <a:lnTo>
                    <a:pt x="27" y="7"/>
                  </a:lnTo>
                  <a:lnTo>
                    <a:pt x="27" y="37"/>
                  </a:lnTo>
                  <a:lnTo>
                    <a:pt x="38" y="17"/>
                  </a:lnTo>
                  <a:lnTo>
                    <a:pt x="34" y="11"/>
                  </a:lnTo>
                  <a:lnTo>
                    <a:pt x="42" y="7"/>
                  </a:lnTo>
                  <a:lnTo>
                    <a:pt x="34" y="2"/>
                  </a:lnTo>
                  <a:lnTo>
                    <a:pt x="34" y="2"/>
                  </a:lnTo>
                  <a:lnTo>
                    <a:pt x="34" y="2"/>
                  </a:lnTo>
                  <a:lnTo>
                    <a:pt x="42" y="2"/>
                  </a:lnTo>
                  <a:lnTo>
                    <a:pt x="42" y="2"/>
                  </a:lnTo>
                  <a:lnTo>
                    <a:pt x="44" y="2"/>
                  </a:lnTo>
                  <a:lnTo>
                    <a:pt x="44" y="2"/>
                  </a:lnTo>
                  <a:lnTo>
                    <a:pt x="45" y="4"/>
                  </a:lnTo>
                  <a:lnTo>
                    <a:pt x="49" y="5"/>
                  </a:lnTo>
                  <a:lnTo>
                    <a:pt x="73" y="31"/>
                  </a:lnTo>
                  <a:lnTo>
                    <a:pt x="73" y="31"/>
                  </a:lnTo>
                  <a:lnTo>
                    <a:pt x="73" y="31"/>
                  </a:lnTo>
                  <a:lnTo>
                    <a:pt x="73" y="31"/>
                  </a:lnTo>
                  <a:lnTo>
                    <a:pt x="75" y="42"/>
                  </a:lnTo>
                  <a:lnTo>
                    <a:pt x="75" y="42"/>
                  </a:lnTo>
                  <a:lnTo>
                    <a:pt x="75" y="42"/>
                  </a:lnTo>
                  <a:lnTo>
                    <a:pt x="75" y="42"/>
                  </a:lnTo>
                  <a:lnTo>
                    <a:pt x="75" y="42"/>
                  </a:lnTo>
                  <a:lnTo>
                    <a:pt x="75" y="44"/>
                  </a:lnTo>
                  <a:lnTo>
                    <a:pt x="73" y="46"/>
                  </a:lnTo>
                  <a:lnTo>
                    <a:pt x="71" y="50"/>
                  </a:lnTo>
                  <a:lnTo>
                    <a:pt x="67" y="59"/>
                  </a:lnTo>
                  <a:lnTo>
                    <a:pt x="58" y="73"/>
                  </a:lnTo>
                  <a:lnTo>
                    <a:pt x="58" y="73"/>
                  </a:lnTo>
                  <a:lnTo>
                    <a:pt x="47" y="68"/>
                  </a:lnTo>
                  <a:lnTo>
                    <a:pt x="47" y="68"/>
                  </a:lnTo>
                  <a:lnTo>
                    <a:pt x="47" y="79"/>
                  </a:lnTo>
                  <a:lnTo>
                    <a:pt x="47" y="79"/>
                  </a:lnTo>
                  <a:lnTo>
                    <a:pt x="47" y="79"/>
                  </a:lnTo>
                  <a:lnTo>
                    <a:pt x="47" y="79"/>
                  </a:lnTo>
                  <a:lnTo>
                    <a:pt x="45" y="79"/>
                  </a:lnTo>
                  <a:lnTo>
                    <a:pt x="44" y="149"/>
                  </a:lnTo>
                  <a:lnTo>
                    <a:pt x="23" y="149"/>
                  </a:lnTo>
                  <a:lnTo>
                    <a:pt x="23" y="149"/>
                  </a:lnTo>
                  <a:lnTo>
                    <a:pt x="23" y="79"/>
                  </a:lnTo>
                  <a:lnTo>
                    <a:pt x="23" y="79"/>
                  </a:lnTo>
                  <a:lnTo>
                    <a:pt x="22" y="79"/>
                  </a:lnTo>
                  <a:lnTo>
                    <a:pt x="20" y="149"/>
                  </a:lnTo>
                  <a:lnTo>
                    <a:pt x="0" y="149"/>
                  </a:lnTo>
                  <a:lnTo>
                    <a:pt x="0" y="149"/>
                  </a:lnTo>
                  <a:lnTo>
                    <a:pt x="0" y="88"/>
                  </a:lnTo>
                  <a:lnTo>
                    <a:pt x="0" y="88"/>
                  </a:lnTo>
                  <a:lnTo>
                    <a:pt x="5" y="88"/>
                  </a:lnTo>
                  <a:lnTo>
                    <a:pt x="5" y="88"/>
                  </a:lnTo>
                  <a:close/>
                  <a:moveTo>
                    <a:pt x="47" y="53"/>
                  </a:moveTo>
                  <a:lnTo>
                    <a:pt x="49" y="48"/>
                  </a:lnTo>
                  <a:lnTo>
                    <a:pt x="55" y="40"/>
                  </a:lnTo>
                  <a:lnTo>
                    <a:pt x="56" y="39"/>
                  </a:lnTo>
                  <a:lnTo>
                    <a:pt x="47" y="28"/>
                  </a:lnTo>
                  <a:lnTo>
                    <a:pt x="47" y="28"/>
                  </a:lnTo>
                  <a:lnTo>
                    <a:pt x="47" y="53"/>
                  </a:lnTo>
                  <a:lnTo>
                    <a:pt x="47" y="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1" name="Freeform 12">
              <a:extLst>
                <a:ext uri="{FF2B5EF4-FFF2-40B4-BE49-F238E27FC236}">
                  <a16:creationId xmlns:a16="http://schemas.microsoft.com/office/drawing/2014/main" id="{00A12F41-E811-4EB2-A1AC-0F358B0CA037}"/>
                </a:ext>
              </a:extLst>
            </p:cNvPr>
            <p:cNvSpPr>
              <a:spLocks/>
            </p:cNvSpPr>
            <p:nvPr/>
          </p:nvSpPr>
          <p:spPr bwMode="auto">
            <a:xfrm>
              <a:off x="5500688" y="1817688"/>
              <a:ext cx="104775" cy="233362"/>
            </a:xfrm>
            <a:custGeom>
              <a:avLst/>
              <a:gdLst>
                <a:gd name="T0" fmla="*/ 0 w 66"/>
                <a:gd name="T1" fmla="*/ 42 h 147"/>
                <a:gd name="T2" fmla="*/ 0 w 66"/>
                <a:gd name="T3" fmla="*/ 42 h 147"/>
                <a:gd name="T4" fmla="*/ 0 w 66"/>
                <a:gd name="T5" fmla="*/ 42 h 147"/>
                <a:gd name="T6" fmla="*/ 0 w 66"/>
                <a:gd name="T7" fmla="*/ 42 h 147"/>
                <a:gd name="T8" fmla="*/ 0 w 66"/>
                <a:gd name="T9" fmla="*/ 40 h 147"/>
                <a:gd name="T10" fmla="*/ 12 w 66"/>
                <a:gd name="T11" fmla="*/ 7 h 147"/>
                <a:gd name="T12" fmla="*/ 12 w 66"/>
                <a:gd name="T13" fmla="*/ 7 h 147"/>
                <a:gd name="T14" fmla="*/ 16 w 66"/>
                <a:gd name="T15" fmla="*/ 2 h 147"/>
                <a:gd name="T16" fmla="*/ 20 w 66"/>
                <a:gd name="T17" fmla="*/ 0 h 147"/>
                <a:gd name="T18" fmla="*/ 20 w 66"/>
                <a:gd name="T19" fmla="*/ 0 h 147"/>
                <a:gd name="T20" fmla="*/ 22 w 66"/>
                <a:gd name="T21" fmla="*/ 0 h 147"/>
                <a:gd name="T22" fmla="*/ 22 w 66"/>
                <a:gd name="T23" fmla="*/ 0 h 147"/>
                <a:gd name="T24" fmla="*/ 27 w 66"/>
                <a:gd name="T25" fmla="*/ 0 h 147"/>
                <a:gd name="T26" fmla="*/ 27 w 66"/>
                <a:gd name="T27" fmla="*/ 0 h 147"/>
                <a:gd name="T28" fmla="*/ 22 w 66"/>
                <a:gd name="T29" fmla="*/ 5 h 147"/>
                <a:gd name="T30" fmla="*/ 29 w 66"/>
                <a:gd name="T31" fmla="*/ 9 h 147"/>
                <a:gd name="T32" fmla="*/ 25 w 66"/>
                <a:gd name="T33" fmla="*/ 15 h 147"/>
                <a:gd name="T34" fmla="*/ 34 w 66"/>
                <a:gd name="T35" fmla="*/ 35 h 147"/>
                <a:gd name="T36" fmla="*/ 36 w 66"/>
                <a:gd name="T37" fmla="*/ 5 h 147"/>
                <a:gd name="T38" fmla="*/ 34 w 66"/>
                <a:gd name="T39" fmla="*/ 5 h 147"/>
                <a:gd name="T40" fmla="*/ 36 w 66"/>
                <a:gd name="T41" fmla="*/ 0 h 147"/>
                <a:gd name="T42" fmla="*/ 44 w 66"/>
                <a:gd name="T43" fmla="*/ 0 h 147"/>
                <a:gd name="T44" fmla="*/ 45 w 66"/>
                <a:gd name="T45" fmla="*/ 5 h 147"/>
                <a:gd name="T46" fmla="*/ 44 w 66"/>
                <a:gd name="T47" fmla="*/ 5 h 147"/>
                <a:gd name="T48" fmla="*/ 45 w 66"/>
                <a:gd name="T49" fmla="*/ 35 h 147"/>
                <a:gd name="T50" fmla="*/ 55 w 66"/>
                <a:gd name="T51" fmla="*/ 15 h 147"/>
                <a:gd name="T52" fmla="*/ 51 w 66"/>
                <a:gd name="T53" fmla="*/ 9 h 147"/>
                <a:gd name="T54" fmla="*/ 58 w 66"/>
                <a:gd name="T55" fmla="*/ 5 h 147"/>
                <a:gd name="T56" fmla="*/ 53 w 66"/>
                <a:gd name="T57" fmla="*/ 0 h 147"/>
                <a:gd name="T58" fmla="*/ 53 w 66"/>
                <a:gd name="T59" fmla="*/ 0 h 147"/>
                <a:gd name="T60" fmla="*/ 53 w 66"/>
                <a:gd name="T61" fmla="*/ 0 h 147"/>
                <a:gd name="T62" fmla="*/ 60 w 66"/>
                <a:gd name="T63" fmla="*/ 0 h 147"/>
                <a:gd name="T64" fmla="*/ 60 w 66"/>
                <a:gd name="T65" fmla="*/ 0 h 147"/>
                <a:gd name="T66" fmla="*/ 60 w 66"/>
                <a:gd name="T67" fmla="*/ 0 h 147"/>
                <a:gd name="T68" fmla="*/ 60 w 66"/>
                <a:gd name="T69" fmla="*/ 0 h 147"/>
                <a:gd name="T70" fmla="*/ 66 w 66"/>
                <a:gd name="T71" fmla="*/ 2 h 147"/>
                <a:gd name="T72" fmla="*/ 66 w 66"/>
                <a:gd name="T73" fmla="*/ 2 h 147"/>
                <a:gd name="T74" fmla="*/ 64 w 66"/>
                <a:gd name="T75" fmla="*/ 5 h 147"/>
                <a:gd name="T76" fmla="*/ 58 w 66"/>
                <a:gd name="T77" fmla="*/ 84 h 147"/>
                <a:gd name="T78" fmla="*/ 62 w 66"/>
                <a:gd name="T79" fmla="*/ 86 h 147"/>
                <a:gd name="T80" fmla="*/ 60 w 66"/>
                <a:gd name="T81" fmla="*/ 147 h 147"/>
                <a:gd name="T82" fmla="*/ 42 w 66"/>
                <a:gd name="T83" fmla="*/ 147 h 147"/>
                <a:gd name="T84" fmla="*/ 42 w 66"/>
                <a:gd name="T85" fmla="*/ 147 h 147"/>
                <a:gd name="T86" fmla="*/ 42 w 66"/>
                <a:gd name="T87" fmla="*/ 77 h 147"/>
                <a:gd name="T88" fmla="*/ 42 w 66"/>
                <a:gd name="T89" fmla="*/ 77 h 147"/>
                <a:gd name="T90" fmla="*/ 40 w 66"/>
                <a:gd name="T91" fmla="*/ 77 h 147"/>
                <a:gd name="T92" fmla="*/ 36 w 66"/>
                <a:gd name="T93" fmla="*/ 147 h 147"/>
                <a:gd name="T94" fmla="*/ 18 w 66"/>
                <a:gd name="T95" fmla="*/ 147 h 147"/>
                <a:gd name="T96" fmla="*/ 18 w 66"/>
                <a:gd name="T97" fmla="*/ 147 h 147"/>
                <a:gd name="T98" fmla="*/ 18 w 66"/>
                <a:gd name="T99" fmla="*/ 79 h 147"/>
                <a:gd name="T100" fmla="*/ 18 w 66"/>
                <a:gd name="T101" fmla="*/ 79 h 147"/>
                <a:gd name="T102" fmla="*/ 14 w 66"/>
                <a:gd name="T103" fmla="*/ 81 h 147"/>
                <a:gd name="T104" fmla="*/ 7 w 66"/>
                <a:gd name="T105" fmla="*/ 64 h 147"/>
                <a:gd name="T106" fmla="*/ 3 w 66"/>
                <a:gd name="T107" fmla="*/ 55 h 147"/>
                <a:gd name="T108" fmla="*/ 1 w 66"/>
                <a:gd name="T109" fmla="*/ 51 h 147"/>
                <a:gd name="T110" fmla="*/ 0 w 66"/>
                <a:gd name="T111" fmla="*/ 49 h 147"/>
                <a:gd name="T112" fmla="*/ 0 w 66"/>
                <a:gd name="T113" fmla="*/ 49 h 147"/>
                <a:gd name="T114" fmla="*/ 0 w 66"/>
                <a:gd name="T115" fmla="*/ 49 h 147"/>
                <a:gd name="T116" fmla="*/ 0 w 66"/>
                <a:gd name="T117" fmla="*/ 49 h 147"/>
                <a:gd name="T118" fmla="*/ 0 w 66"/>
                <a:gd name="T119" fmla="*/ 49 h 147"/>
                <a:gd name="T120" fmla="*/ 0 w 66"/>
                <a:gd name="T121" fmla="*/ 42 h 147"/>
                <a:gd name="T122" fmla="*/ 0 w 66"/>
                <a:gd name="T123" fmla="*/ 42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6" h="147">
                  <a:moveTo>
                    <a:pt x="0" y="42"/>
                  </a:moveTo>
                  <a:lnTo>
                    <a:pt x="0" y="42"/>
                  </a:lnTo>
                  <a:lnTo>
                    <a:pt x="0" y="42"/>
                  </a:lnTo>
                  <a:lnTo>
                    <a:pt x="0" y="42"/>
                  </a:lnTo>
                  <a:lnTo>
                    <a:pt x="0" y="40"/>
                  </a:lnTo>
                  <a:lnTo>
                    <a:pt x="12" y="7"/>
                  </a:lnTo>
                  <a:lnTo>
                    <a:pt x="12" y="7"/>
                  </a:lnTo>
                  <a:lnTo>
                    <a:pt x="16" y="2"/>
                  </a:lnTo>
                  <a:lnTo>
                    <a:pt x="20" y="0"/>
                  </a:lnTo>
                  <a:lnTo>
                    <a:pt x="20" y="0"/>
                  </a:lnTo>
                  <a:lnTo>
                    <a:pt x="22" y="0"/>
                  </a:lnTo>
                  <a:lnTo>
                    <a:pt x="22" y="0"/>
                  </a:lnTo>
                  <a:lnTo>
                    <a:pt x="27" y="0"/>
                  </a:lnTo>
                  <a:lnTo>
                    <a:pt x="27" y="0"/>
                  </a:lnTo>
                  <a:lnTo>
                    <a:pt x="22" y="5"/>
                  </a:lnTo>
                  <a:lnTo>
                    <a:pt x="29" y="9"/>
                  </a:lnTo>
                  <a:lnTo>
                    <a:pt x="25" y="15"/>
                  </a:lnTo>
                  <a:lnTo>
                    <a:pt x="34" y="35"/>
                  </a:lnTo>
                  <a:lnTo>
                    <a:pt x="36" y="5"/>
                  </a:lnTo>
                  <a:lnTo>
                    <a:pt x="34" y="5"/>
                  </a:lnTo>
                  <a:lnTo>
                    <a:pt x="36" y="0"/>
                  </a:lnTo>
                  <a:lnTo>
                    <a:pt x="44" y="0"/>
                  </a:lnTo>
                  <a:lnTo>
                    <a:pt x="45" y="5"/>
                  </a:lnTo>
                  <a:lnTo>
                    <a:pt x="44" y="5"/>
                  </a:lnTo>
                  <a:lnTo>
                    <a:pt x="45" y="35"/>
                  </a:lnTo>
                  <a:lnTo>
                    <a:pt x="55" y="15"/>
                  </a:lnTo>
                  <a:lnTo>
                    <a:pt x="51" y="9"/>
                  </a:lnTo>
                  <a:lnTo>
                    <a:pt x="58" y="5"/>
                  </a:lnTo>
                  <a:lnTo>
                    <a:pt x="53" y="0"/>
                  </a:lnTo>
                  <a:lnTo>
                    <a:pt x="53" y="0"/>
                  </a:lnTo>
                  <a:lnTo>
                    <a:pt x="53" y="0"/>
                  </a:lnTo>
                  <a:lnTo>
                    <a:pt x="60" y="0"/>
                  </a:lnTo>
                  <a:lnTo>
                    <a:pt x="60" y="0"/>
                  </a:lnTo>
                  <a:lnTo>
                    <a:pt x="60" y="0"/>
                  </a:lnTo>
                  <a:lnTo>
                    <a:pt x="60" y="0"/>
                  </a:lnTo>
                  <a:lnTo>
                    <a:pt x="66" y="2"/>
                  </a:lnTo>
                  <a:lnTo>
                    <a:pt x="66" y="2"/>
                  </a:lnTo>
                  <a:lnTo>
                    <a:pt x="64" y="5"/>
                  </a:lnTo>
                  <a:lnTo>
                    <a:pt x="58" y="84"/>
                  </a:lnTo>
                  <a:lnTo>
                    <a:pt x="62" y="86"/>
                  </a:lnTo>
                  <a:lnTo>
                    <a:pt x="60" y="147"/>
                  </a:lnTo>
                  <a:lnTo>
                    <a:pt x="42" y="147"/>
                  </a:lnTo>
                  <a:lnTo>
                    <a:pt x="42" y="147"/>
                  </a:lnTo>
                  <a:lnTo>
                    <a:pt x="42" y="77"/>
                  </a:lnTo>
                  <a:lnTo>
                    <a:pt x="42" y="77"/>
                  </a:lnTo>
                  <a:lnTo>
                    <a:pt x="40" y="77"/>
                  </a:lnTo>
                  <a:lnTo>
                    <a:pt x="36" y="147"/>
                  </a:lnTo>
                  <a:lnTo>
                    <a:pt x="18" y="147"/>
                  </a:lnTo>
                  <a:lnTo>
                    <a:pt x="18" y="147"/>
                  </a:lnTo>
                  <a:lnTo>
                    <a:pt x="18" y="79"/>
                  </a:lnTo>
                  <a:lnTo>
                    <a:pt x="18" y="79"/>
                  </a:lnTo>
                  <a:lnTo>
                    <a:pt x="14" y="81"/>
                  </a:lnTo>
                  <a:lnTo>
                    <a:pt x="7" y="64"/>
                  </a:lnTo>
                  <a:lnTo>
                    <a:pt x="3" y="55"/>
                  </a:lnTo>
                  <a:lnTo>
                    <a:pt x="1" y="51"/>
                  </a:lnTo>
                  <a:lnTo>
                    <a:pt x="0" y="49"/>
                  </a:lnTo>
                  <a:lnTo>
                    <a:pt x="0" y="49"/>
                  </a:lnTo>
                  <a:lnTo>
                    <a:pt x="0" y="49"/>
                  </a:lnTo>
                  <a:lnTo>
                    <a:pt x="0" y="49"/>
                  </a:lnTo>
                  <a:lnTo>
                    <a:pt x="0" y="49"/>
                  </a:lnTo>
                  <a:lnTo>
                    <a:pt x="0" y="42"/>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2" name="Freeform 13">
              <a:extLst>
                <a:ext uri="{FF2B5EF4-FFF2-40B4-BE49-F238E27FC236}">
                  <a16:creationId xmlns:a16="http://schemas.microsoft.com/office/drawing/2014/main" id="{53744D41-684D-4CA4-9D95-CA9F18F02436}"/>
                </a:ext>
              </a:extLst>
            </p:cNvPr>
            <p:cNvSpPr>
              <a:spLocks/>
            </p:cNvSpPr>
            <p:nvPr/>
          </p:nvSpPr>
          <p:spPr bwMode="auto">
            <a:xfrm>
              <a:off x="5637213" y="1744663"/>
              <a:ext cx="49212" cy="60325"/>
            </a:xfrm>
            <a:custGeom>
              <a:avLst/>
              <a:gdLst>
                <a:gd name="T0" fmla="*/ 14 w 31"/>
                <a:gd name="T1" fmla="*/ 38 h 38"/>
                <a:gd name="T2" fmla="*/ 14 w 31"/>
                <a:gd name="T3" fmla="*/ 38 h 38"/>
                <a:gd name="T4" fmla="*/ 9 w 31"/>
                <a:gd name="T5" fmla="*/ 37 h 38"/>
                <a:gd name="T6" fmla="*/ 3 w 31"/>
                <a:gd name="T7" fmla="*/ 33 h 38"/>
                <a:gd name="T8" fmla="*/ 0 w 31"/>
                <a:gd name="T9" fmla="*/ 27 h 38"/>
                <a:gd name="T10" fmla="*/ 0 w 31"/>
                <a:gd name="T11" fmla="*/ 18 h 38"/>
                <a:gd name="T12" fmla="*/ 0 w 31"/>
                <a:gd name="T13" fmla="*/ 18 h 38"/>
                <a:gd name="T14" fmla="*/ 0 w 31"/>
                <a:gd name="T15" fmla="*/ 11 h 38"/>
                <a:gd name="T16" fmla="*/ 3 w 31"/>
                <a:gd name="T17" fmla="*/ 5 h 38"/>
                <a:gd name="T18" fmla="*/ 9 w 31"/>
                <a:gd name="T19" fmla="*/ 2 h 38"/>
                <a:gd name="T20" fmla="*/ 14 w 31"/>
                <a:gd name="T21" fmla="*/ 0 h 38"/>
                <a:gd name="T22" fmla="*/ 14 w 31"/>
                <a:gd name="T23" fmla="*/ 0 h 38"/>
                <a:gd name="T24" fmla="*/ 22 w 31"/>
                <a:gd name="T25" fmla="*/ 2 h 38"/>
                <a:gd name="T26" fmla="*/ 25 w 31"/>
                <a:gd name="T27" fmla="*/ 5 h 38"/>
                <a:gd name="T28" fmla="*/ 29 w 31"/>
                <a:gd name="T29" fmla="*/ 11 h 38"/>
                <a:gd name="T30" fmla="*/ 31 w 31"/>
                <a:gd name="T31" fmla="*/ 18 h 38"/>
                <a:gd name="T32" fmla="*/ 31 w 31"/>
                <a:gd name="T33" fmla="*/ 18 h 38"/>
                <a:gd name="T34" fmla="*/ 29 w 31"/>
                <a:gd name="T35" fmla="*/ 27 h 38"/>
                <a:gd name="T36" fmla="*/ 25 w 31"/>
                <a:gd name="T37" fmla="*/ 33 h 38"/>
                <a:gd name="T38" fmla="*/ 22 w 31"/>
                <a:gd name="T39" fmla="*/ 37 h 38"/>
                <a:gd name="T40" fmla="*/ 14 w 31"/>
                <a:gd name="T41" fmla="*/ 38 h 38"/>
                <a:gd name="T42" fmla="*/ 14 w 31"/>
                <a:gd name="T4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 h="38">
                  <a:moveTo>
                    <a:pt x="14" y="38"/>
                  </a:moveTo>
                  <a:lnTo>
                    <a:pt x="14" y="38"/>
                  </a:lnTo>
                  <a:lnTo>
                    <a:pt x="9" y="37"/>
                  </a:lnTo>
                  <a:lnTo>
                    <a:pt x="3" y="33"/>
                  </a:lnTo>
                  <a:lnTo>
                    <a:pt x="0" y="27"/>
                  </a:lnTo>
                  <a:lnTo>
                    <a:pt x="0" y="18"/>
                  </a:lnTo>
                  <a:lnTo>
                    <a:pt x="0" y="18"/>
                  </a:lnTo>
                  <a:lnTo>
                    <a:pt x="0" y="11"/>
                  </a:lnTo>
                  <a:lnTo>
                    <a:pt x="3" y="5"/>
                  </a:lnTo>
                  <a:lnTo>
                    <a:pt x="9" y="2"/>
                  </a:lnTo>
                  <a:lnTo>
                    <a:pt x="14" y="0"/>
                  </a:lnTo>
                  <a:lnTo>
                    <a:pt x="14" y="0"/>
                  </a:lnTo>
                  <a:lnTo>
                    <a:pt x="22" y="2"/>
                  </a:lnTo>
                  <a:lnTo>
                    <a:pt x="25" y="5"/>
                  </a:lnTo>
                  <a:lnTo>
                    <a:pt x="29" y="11"/>
                  </a:lnTo>
                  <a:lnTo>
                    <a:pt x="31" y="18"/>
                  </a:lnTo>
                  <a:lnTo>
                    <a:pt x="31" y="18"/>
                  </a:lnTo>
                  <a:lnTo>
                    <a:pt x="29" y="27"/>
                  </a:lnTo>
                  <a:lnTo>
                    <a:pt x="25" y="33"/>
                  </a:lnTo>
                  <a:lnTo>
                    <a:pt x="22" y="37"/>
                  </a:lnTo>
                  <a:lnTo>
                    <a:pt x="14" y="38"/>
                  </a:lnTo>
                  <a:lnTo>
                    <a:pt x="14"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3" name="Freeform 14">
              <a:extLst>
                <a:ext uri="{FF2B5EF4-FFF2-40B4-BE49-F238E27FC236}">
                  <a16:creationId xmlns:a16="http://schemas.microsoft.com/office/drawing/2014/main" id="{040D6DF5-F330-4F96-9C3E-23EE906C2FED}"/>
                </a:ext>
              </a:extLst>
            </p:cNvPr>
            <p:cNvSpPr>
              <a:spLocks/>
            </p:cNvSpPr>
            <p:nvPr/>
          </p:nvSpPr>
          <p:spPr bwMode="auto">
            <a:xfrm>
              <a:off x="5602288" y="1811338"/>
              <a:ext cx="119062" cy="257175"/>
            </a:xfrm>
            <a:custGeom>
              <a:avLst/>
              <a:gdLst>
                <a:gd name="T0" fmla="*/ 16 w 75"/>
                <a:gd name="T1" fmla="*/ 2 h 162"/>
                <a:gd name="T2" fmla="*/ 16 w 75"/>
                <a:gd name="T3" fmla="*/ 2 h 162"/>
                <a:gd name="T4" fmla="*/ 24 w 75"/>
                <a:gd name="T5" fmla="*/ 0 h 162"/>
                <a:gd name="T6" fmla="*/ 25 w 75"/>
                <a:gd name="T7" fmla="*/ 11 h 162"/>
                <a:gd name="T8" fmla="*/ 31 w 75"/>
                <a:gd name="T9" fmla="*/ 41 h 162"/>
                <a:gd name="T10" fmla="*/ 33 w 75"/>
                <a:gd name="T11" fmla="*/ 7 h 162"/>
                <a:gd name="T12" fmla="*/ 40 w 75"/>
                <a:gd name="T13" fmla="*/ 0 h 162"/>
                <a:gd name="T14" fmla="*/ 40 w 75"/>
                <a:gd name="T15" fmla="*/ 7 h 162"/>
                <a:gd name="T16" fmla="*/ 53 w 75"/>
                <a:gd name="T17" fmla="*/ 17 h 162"/>
                <a:gd name="T18" fmla="*/ 57 w 75"/>
                <a:gd name="T19" fmla="*/ 7 h 162"/>
                <a:gd name="T20" fmla="*/ 51 w 75"/>
                <a:gd name="T21" fmla="*/ 0 h 162"/>
                <a:gd name="T22" fmla="*/ 59 w 75"/>
                <a:gd name="T23" fmla="*/ 2 h 162"/>
                <a:gd name="T24" fmla="*/ 59 w 75"/>
                <a:gd name="T25" fmla="*/ 2 h 162"/>
                <a:gd name="T26" fmla="*/ 62 w 75"/>
                <a:gd name="T27" fmla="*/ 2 h 162"/>
                <a:gd name="T28" fmla="*/ 66 w 75"/>
                <a:gd name="T29" fmla="*/ 7 h 162"/>
                <a:gd name="T30" fmla="*/ 75 w 75"/>
                <a:gd name="T31" fmla="*/ 85 h 162"/>
                <a:gd name="T32" fmla="*/ 64 w 75"/>
                <a:gd name="T33" fmla="*/ 85 h 162"/>
                <a:gd name="T34" fmla="*/ 64 w 75"/>
                <a:gd name="T35" fmla="*/ 85 h 162"/>
                <a:gd name="T36" fmla="*/ 64 w 75"/>
                <a:gd name="T37" fmla="*/ 85 h 162"/>
                <a:gd name="T38" fmla="*/ 62 w 75"/>
                <a:gd name="T39" fmla="*/ 85 h 162"/>
                <a:gd name="T40" fmla="*/ 38 w 75"/>
                <a:gd name="T41" fmla="*/ 162 h 162"/>
                <a:gd name="T42" fmla="*/ 38 w 75"/>
                <a:gd name="T43" fmla="*/ 85 h 162"/>
                <a:gd name="T44" fmla="*/ 36 w 75"/>
                <a:gd name="T45" fmla="*/ 85 h 162"/>
                <a:gd name="T46" fmla="*/ 13 w 75"/>
                <a:gd name="T47" fmla="*/ 162 h 162"/>
                <a:gd name="T48" fmla="*/ 13 w 75"/>
                <a:gd name="T49" fmla="*/ 85 h 162"/>
                <a:gd name="T50" fmla="*/ 11 w 75"/>
                <a:gd name="T51" fmla="*/ 85 h 162"/>
                <a:gd name="T52" fmla="*/ 9 w 75"/>
                <a:gd name="T53" fmla="*/ 85 h 162"/>
                <a:gd name="T54" fmla="*/ 9 w 75"/>
                <a:gd name="T55" fmla="*/ 85 h 162"/>
                <a:gd name="T56" fmla="*/ 0 w 75"/>
                <a:gd name="T57" fmla="*/ 85 h 162"/>
                <a:gd name="T58" fmla="*/ 7 w 75"/>
                <a:gd name="T59" fmla="*/ 11 h 162"/>
                <a:gd name="T60" fmla="*/ 9 w 75"/>
                <a:gd name="T61" fmla="*/ 4 h 162"/>
                <a:gd name="T62" fmla="*/ 16 w 75"/>
                <a:gd name="T63" fmla="*/ 2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5" h="162">
                  <a:moveTo>
                    <a:pt x="16" y="2"/>
                  </a:moveTo>
                  <a:lnTo>
                    <a:pt x="16" y="2"/>
                  </a:lnTo>
                  <a:lnTo>
                    <a:pt x="16" y="2"/>
                  </a:lnTo>
                  <a:lnTo>
                    <a:pt x="16" y="2"/>
                  </a:lnTo>
                  <a:lnTo>
                    <a:pt x="24" y="0"/>
                  </a:lnTo>
                  <a:lnTo>
                    <a:pt x="24" y="0"/>
                  </a:lnTo>
                  <a:lnTo>
                    <a:pt x="16" y="7"/>
                  </a:lnTo>
                  <a:lnTo>
                    <a:pt x="25" y="11"/>
                  </a:lnTo>
                  <a:lnTo>
                    <a:pt x="22" y="17"/>
                  </a:lnTo>
                  <a:lnTo>
                    <a:pt x="31" y="41"/>
                  </a:lnTo>
                  <a:lnTo>
                    <a:pt x="33" y="7"/>
                  </a:lnTo>
                  <a:lnTo>
                    <a:pt x="33" y="7"/>
                  </a:lnTo>
                  <a:lnTo>
                    <a:pt x="35" y="0"/>
                  </a:lnTo>
                  <a:lnTo>
                    <a:pt x="40" y="0"/>
                  </a:lnTo>
                  <a:lnTo>
                    <a:pt x="42" y="7"/>
                  </a:lnTo>
                  <a:lnTo>
                    <a:pt x="40" y="7"/>
                  </a:lnTo>
                  <a:lnTo>
                    <a:pt x="42" y="41"/>
                  </a:lnTo>
                  <a:lnTo>
                    <a:pt x="53" y="17"/>
                  </a:lnTo>
                  <a:lnTo>
                    <a:pt x="49" y="11"/>
                  </a:lnTo>
                  <a:lnTo>
                    <a:pt x="57" y="7"/>
                  </a:lnTo>
                  <a:lnTo>
                    <a:pt x="51" y="0"/>
                  </a:lnTo>
                  <a:lnTo>
                    <a:pt x="51" y="0"/>
                  </a:lnTo>
                  <a:lnTo>
                    <a:pt x="51" y="0"/>
                  </a:lnTo>
                  <a:lnTo>
                    <a:pt x="59" y="2"/>
                  </a:lnTo>
                  <a:lnTo>
                    <a:pt x="59" y="2"/>
                  </a:lnTo>
                  <a:lnTo>
                    <a:pt x="59" y="2"/>
                  </a:lnTo>
                  <a:lnTo>
                    <a:pt x="59" y="2"/>
                  </a:lnTo>
                  <a:lnTo>
                    <a:pt x="62" y="2"/>
                  </a:lnTo>
                  <a:lnTo>
                    <a:pt x="64" y="4"/>
                  </a:lnTo>
                  <a:lnTo>
                    <a:pt x="66" y="7"/>
                  </a:lnTo>
                  <a:lnTo>
                    <a:pt x="68" y="11"/>
                  </a:lnTo>
                  <a:lnTo>
                    <a:pt x="75" y="85"/>
                  </a:lnTo>
                  <a:lnTo>
                    <a:pt x="75" y="85"/>
                  </a:lnTo>
                  <a:lnTo>
                    <a:pt x="64" y="85"/>
                  </a:lnTo>
                  <a:lnTo>
                    <a:pt x="64" y="85"/>
                  </a:lnTo>
                  <a:lnTo>
                    <a:pt x="64" y="85"/>
                  </a:lnTo>
                  <a:lnTo>
                    <a:pt x="64" y="85"/>
                  </a:lnTo>
                  <a:lnTo>
                    <a:pt x="64" y="85"/>
                  </a:lnTo>
                  <a:lnTo>
                    <a:pt x="64" y="85"/>
                  </a:lnTo>
                  <a:lnTo>
                    <a:pt x="62" y="85"/>
                  </a:lnTo>
                  <a:lnTo>
                    <a:pt x="60" y="162"/>
                  </a:lnTo>
                  <a:lnTo>
                    <a:pt x="38" y="162"/>
                  </a:lnTo>
                  <a:lnTo>
                    <a:pt x="38" y="162"/>
                  </a:lnTo>
                  <a:lnTo>
                    <a:pt x="38" y="85"/>
                  </a:lnTo>
                  <a:lnTo>
                    <a:pt x="38" y="85"/>
                  </a:lnTo>
                  <a:lnTo>
                    <a:pt x="36" y="85"/>
                  </a:lnTo>
                  <a:lnTo>
                    <a:pt x="33" y="162"/>
                  </a:lnTo>
                  <a:lnTo>
                    <a:pt x="13" y="162"/>
                  </a:lnTo>
                  <a:lnTo>
                    <a:pt x="13" y="162"/>
                  </a:lnTo>
                  <a:lnTo>
                    <a:pt x="13" y="85"/>
                  </a:lnTo>
                  <a:lnTo>
                    <a:pt x="13" y="85"/>
                  </a:lnTo>
                  <a:lnTo>
                    <a:pt x="11" y="85"/>
                  </a:lnTo>
                  <a:lnTo>
                    <a:pt x="11" y="85"/>
                  </a:lnTo>
                  <a:lnTo>
                    <a:pt x="9" y="85"/>
                  </a:lnTo>
                  <a:lnTo>
                    <a:pt x="9" y="85"/>
                  </a:lnTo>
                  <a:lnTo>
                    <a:pt x="9" y="85"/>
                  </a:lnTo>
                  <a:lnTo>
                    <a:pt x="9" y="85"/>
                  </a:lnTo>
                  <a:lnTo>
                    <a:pt x="0" y="85"/>
                  </a:lnTo>
                  <a:lnTo>
                    <a:pt x="7" y="11"/>
                  </a:lnTo>
                  <a:lnTo>
                    <a:pt x="7" y="11"/>
                  </a:lnTo>
                  <a:lnTo>
                    <a:pt x="7" y="7"/>
                  </a:lnTo>
                  <a:lnTo>
                    <a:pt x="9" y="4"/>
                  </a:lnTo>
                  <a:lnTo>
                    <a:pt x="13" y="2"/>
                  </a:lnTo>
                  <a:lnTo>
                    <a:pt x="16" y="2"/>
                  </a:lnTo>
                  <a:lnTo>
                    <a:pt x="16"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4" name="Freeform 15">
              <a:extLst>
                <a:ext uri="{FF2B5EF4-FFF2-40B4-BE49-F238E27FC236}">
                  <a16:creationId xmlns:a16="http://schemas.microsoft.com/office/drawing/2014/main" id="{D90F982B-0AE1-4BDB-957C-365B06702DEB}"/>
                </a:ext>
              </a:extLst>
            </p:cNvPr>
            <p:cNvSpPr>
              <a:spLocks/>
            </p:cNvSpPr>
            <p:nvPr/>
          </p:nvSpPr>
          <p:spPr bwMode="auto">
            <a:xfrm>
              <a:off x="5368925" y="1895475"/>
              <a:ext cx="574675" cy="295275"/>
            </a:xfrm>
            <a:custGeom>
              <a:avLst/>
              <a:gdLst>
                <a:gd name="T0" fmla="*/ 185 w 362"/>
                <a:gd name="T1" fmla="*/ 186 h 186"/>
                <a:gd name="T2" fmla="*/ 185 w 362"/>
                <a:gd name="T3" fmla="*/ 186 h 186"/>
                <a:gd name="T4" fmla="*/ 167 w 362"/>
                <a:gd name="T5" fmla="*/ 186 h 186"/>
                <a:gd name="T6" fmla="*/ 149 w 362"/>
                <a:gd name="T7" fmla="*/ 182 h 186"/>
                <a:gd name="T8" fmla="*/ 130 w 362"/>
                <a:gd name="T9" fmla="*/ 178 h 186"/>
                <a:gd name="T10" fmla="*/ 114 w 362"/>
                <a:gd name="T11" fmla="*/ 171 h 186"/>
                <a:gd name="T12" fmla="*/ 97 w 362"/>
                <a:gd name="T13" fmla="*/ 164 h 186"/>
                <a:gd name="T14" fmla="*/ 83 w 362"/>
                <a:gd name="T15" fmla="*/ 155 h 186"/>
                <a:gd name="T16" fmla="*/ 68 w 362"/>
                <a:gd name="T17" fmla="*/ 144 h 186"/>
                <a:gd name="T18" fmla="*/ 55 w 362"/>
                <a:gd name="T19" fmla="*/ 133 h 186"/>
                <a:gd name="T20" fmla="*/ 42 w 362"/>
                <a:gd name="T21" fmla="*/ 118 h 186"/>
                <a:gd name="T22" fmla="*/ 33 w 362"/>
                <a:gd name="T23" fmla="*/ 105 h 186"/>
                <a:gd name="T24" fmla="*/ 24 w 362"/>
                <a:gd name="T25" fmla="*/ 88 h 186"/>
                <a:gd name="T26" fmla="*/ 15 w 362"/>
                <a:gd name="T27" fmla="*/ 72 h 186"/>
                <a:gd name="T28" fmla="*/ 9 w 362"/>
                <a:gd name="T29" fmla="*/ 55 h 186"/>
                <a:gd name="T30" fmla="*/ 4 w 362"/>
                <a:gd name="T31" fmla="*/ 37 h 186"/>
                <a:gd name="T32" fmla="*/ 2 w 362"/>
                <a:gd name="T33" fmla="*/ 19 h 186"/>
                <a:gd name="T34" fmla="*/ 0 w 362"/>
                <a:gd name="T35" fmla="*/ 0 h 186"/>
                <a:gd name="T36" fmla="*/ 46 w 362"/>
                <a:gd name="T37" fmla="*/ 0 h 186"/>
                <a:gd name="T38" fmla="*/ 46 w 362"/>
                <a:gd name="T39" fmla="*/ 0 h 186"/>
                <a:gd name="T40" fmla="*/ 48 w 362"/>
                <a:gd name="T41" fmla="*/ 15 h 186"/>
                <a:gd name="T42" fmla="*/ 49 w 362"/>
                <a:gd name="T43" fmla="*/ 28 h 186"/>
                <a:gd name="T44" fmla="*/ 53 w 362"/>
                <a:gd name="T45" fmla="*/ 43 h 186"/>
                <a:gd name="T46" fmla="*/ 57 w 362"/>
                <a:gd name="T47" fmla="*/ 55 h 186"/>
                <a:gd name="T48" fmla="*/ 64 w 362"/>
                <a:gd name="T49" fmla="*/ 66 h 186"/>
                <a:gd name="T50" fmla="*/ 70 w 362"/>
                <a:gd name="T51" fmla="*/ 79 h 186"/>
                <a:gd name="T52" fmla="*/ 79 w 362"/>
                <a:gd name="T53" fmla="*/ 88 h 186"/>
                <a:gd name="T54" fmla="*/ 88 w 362"/>
                <a:gd name="T55" fmla="*/ 99 h 186"/>
                <a:gd name="T56" fmla="*/ 97 w 362"/>
                <a:gd name="T57" fmla="*/ 109 h 186"/>
                <a:gd name="T58" fmla="*/ 108 w 362"/>
                <a:gd name="T59" fmla="*/ 116 h 186"/>
                <a:gd name="T60" fmla="*/ 119 w 362"/>
                <a:gd name="T61" fmla="*/ 123 h 186"/>
                <a:gd name="T62" fmla="*/ 132 w 362"/>
                <a:gd name="T63" fmla="*/ 129 h 186"/>
                <a:gd name="T64" fmla="*/ 145 w 362"/>
                <a:gd name="T65" fmla="*/ 134 h 186"/>
                <a:gd name="T66" fmla="*/ 158 w 362"/>
                <a:gd name="T67" fmla="*/ 138 h 186"/>
                <a:gd name="T68" fmla="*/ 172 w 362"/>
                <a:gd name="T69" fmla="*/ 140 h 186"/>
                <a:gd name="T70" fmla="*/ 185 w 362"/>
                <a:gd name="T71" fmla="*/ 140 h 186"/>
                <a:gd name="T72" fmla="*/ 185 w 362"/>
                <a:gd name="T73" fmla="*/ 140 h 186"/>
                <a:gd name="T74" fmla="*/ 209 w 362"/>
                <a:gd name="T75" fmla="*/ 138 h 186"/>
                <a:gd name="T76" fmla="*/ 229 w 362"/>
                <a:gd name="T77" fmla="*/ 133 h 186"/>
                <a:gd name="T78" fmla="*/ 250 w 362"/>
                <a:gd name="T79" fmla="*/ 125 h 186"/>
                <a:gd name="T80" fmla="*/ 268 w 362"/>
                <a:gd name="T81" fmla="*/ 114 h 186"/>
                <a:gd name="T82" fmla="*/ 284 w 362"/>
                <a:gd name="T83" fmla="*/ 99 h 186"/>
                <a:gd name="T84" fmla="*/ 299 w 362"/>
                <a:gd name="T85" fmla="*/ 83 h 186"/>
                <a:gd name="T86" fmla="*/ 310 w 362"/>
                <a:gd name="T87" fmla="*/ 65 h 186"/>
                <a:gd name="T88" fmla="*/ 319 w 362"/>
                <a:gd name="T89" fmla="*/ 44 h 186"/>
                <a:gd name="T90" fmla="*/ 362 w 362"/>
                <a:gd name="T91" fmla="*/ 59 h 186"/>
                <a:gd name="T92" fmla="*/ 362 w 362"/>
                <a:gd name="T93" fmla="*/ 59 h 186"/>
                <a:gd name="T94" fmla="*/ 358 w 362"/>
                <a:gd name="T95" fmla="*/ 74 h 186"/>
                <a:gd name="T96" fmla="*/ 351 w 362"/>
                <a:gd name="T97" fmla="*/ 87 h 186"/>
                <a:gd name="T98" fmla="*/ 343 w 362"/>
                <a:gd name="T99" fmla="*/ 99 h 186"/>
                <a:gd name="T100" fmla="*/ 336 w 362"/>
                <a:gd name="T101" fmla="*/ 111 h 186"/>
                <a:gd name="T102" fmla="*/ 327 w 362"/>
                <a:gd name="T103" fmla="*/ 123 h 186"/>
                <a:gd name="T104" fmla="*/ 317 w 362"/>
                <a:gd name="T105" fmla="*/ 133 h 186"/>
                <a:gd name="T106" fmla="*/ 295 w 362"/>
                <a:gd name="T107" fmla="*/ 151 h 186"/>
                <a:gd name="T108" fmla="*/ 270 w 362"/>
                <a:gd name="T109" fmla="*/ 166 h 186"/>
                <a:gd name="T110" fmla="*/ 257 w 362"/>
                <a:gd name="T111" fmla="*/ 173 h 186"/>
                <a:gd name="T112" fmla="*/ 244 w 362"/>
                <a:gd name="T113" fmla="*/ 177 h 186"/>
                <a:gd name="T114" fmla="*/ 229 w 362"/>
                <a:gd name="T115" fmla="*/ 180 h 186"/>
                <a:gd name="T116" fmla="*/ 217 w 362"/>
                <a:gd name="T117" fmla="*/ 184 h 186"/>
                <a:gd name="T118" fmla="*/ 202 w 362"/>
                <a:gd name="T119" fmla="*/ 186 h 186"/>
                <a:gd name="T120" fmla="*/ 185 w 362"/>
                <a:gd name="T121" fmla="*/ 186 h 186"/>
                <a:gd name="T122" fmla="*/ 185 w 362"/>
                <a:gd name="T123" fmla="*/ 186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62" h="186">
                  <a:moveTo>
                    <a:pt x="185" y="186"/>
                  </a:moveTo>
                  <a:lnTo>
                    <a:pt x="185" y="186"/>
                  </a:lnTo>
                  <a:lnTo>
                    <a:pt x="167" y="186"/>
                  </a:lnTo>
                  <a:lnTo>
                    <a:pt x="149" y="182"/>
                  </a:lnTo>
                  <a:lnTo>
                    <a:pt x="130" y="178"/>
                  </a:lnTo>
                  <a:lnTo>
                    <a:pt x="114" y="171"/>
                  </a:lnTo>
                  <a:lnTo>
                    <a:pt x="97" y="164"/>
                  </a:lnTo>
                  <a:lnTo>
                    <a:pt x="83" y="155"/>
                  </a:lnTo>
                  <a:lnTo>
                    <a:pt x="68" y="144"/>
                  </a:lnTo>
                  <a:lnTo>
                    <a:pt x="55" y="133"/>
                  </a:lnTo>
                  <a:lnTo>
                    <a:pt x="42" y="118"/>
                  </a:lnTo>
                  <a:lnTo>
                    <a:pt x="33" y="105"/>
                  </a:lnTo>
                  <a:lnTo>
                    <a:pt x="24" y="88"/>
                  </a:lnTo>
                  <a:lnTo>
                    <a:pt x="15" y="72"/>
                  </a:lnTo>
                  <a:lnTo>
                    <a:pt x="9" y="55"/>
                  </a:lnTo>
                  <a:lnTo>
                    <a:pt x="4" y="37"/>
                  </a:lnTo>
                  <a:lnTo>
                    <a:pt x="2" y="19"/>
                  </a:lnTo>
                  <a:lnTo>
                    <a:pt x="0" y="0"/>
                  </a:lnTo>
                  <a:lnTo>
                    <a:pt x="46" y="0"/>
                  </a:lnTo>
                  <a:lnTo>
                    <a:pt x="46" y="0"/>
                  </a:lnTo>
                  <a:lnTo>
                    <a:pt x="48" y="15"/>
                  </a:lnTo>
                  <a:lnTo>
                    <a:pt x="49" y="28"/>
                  </a:lnTo>
                  <a:lnTo>
                    <a:pt x="53" y="43"/>
                  </a:lnTo>
                  <a:lnTo>
                    <a:pt x="57" y="55"/>
                  </a:lnTo>
                  <a:lnTo>
                    <a:pt x="64" y="66"/>
                  </a:lnTo>
                  <a:lnTo>
                    <a:pt x="70" y="79"/>
                  </a:lnTo>
                  <a:lnTo>
                    <a:pt x="79" y="88"/>
                  </a:lnTo>
                  <a:lnTo>
                    <a:pt x="88" y="99"/>
                  </a:lnTo>
                  <a:lnTo>
                    <a:pt x="97" y="109"/>
                  </a:lnTo>
                  <a:lnTo>
                    <a:pt x="108" y="116"/>
                  </a:lnTo>
                  <a:lnTo>
                    <a:pt x="119" y="123"/>
                  </a:lnTo>
                  <a:lnTo>
                    <a:pt x="132" y="129"/>
                  </a:lnTo>
                  <a:lnTo>
                    <a:pt x="145" y="134"/>
                  </a:lnTo>
                  <a:lnTo>
                    <a:pt x="158" y="138"/>
                  </a:lnTo>
                  <a:lnTo>
                    <a:pt x="172" y="140"/>
                  </a:lnTo>
                  <a:lnTo>
                    <a:pt x="185" y="140"/>
                  </a:lnTo>
                  <a:lnTo>
                    <a:pt x="185" y="140"/>
                  </a:lnTo>
                  <a:lnTo>
                    <a:pt x="209" y="138"/>
                  </a:lnTo>
                  <a:lnTo>
                    <a:pt x="229" y="133"/>
                  </a:lnTo>
                  <a:lnTo>
                    <a:pt x="250" y="125"/>
                  </a:lnTo>
                  <a:lnTo>
                    <a:pt x="268" y="114"/>
                  </a:lnTo>
                  <a:lnTo>
                    <a:pt x="284" y="99"/>
                  </a:lnTo>
                  <a:lnTo>
                    <a:pt x="299" y="83"/>
                  </a:lnTo>
                  <a:lnTo>
                    <a:pt x="310" y="65"/>
                  </a:lnTo>
                  <a:lnTo>
                    <a:pt x="319" y="44"/>
                  </a:lnTo>
                  <a:lnTo>
                    <a:pt x="362" y="59"/>
                  </a:lnTo>
                  <a:lnTo>
                    <a:pt x="362" y="59"/>
                  </a:lnTo>
                  <a:lnTo>
                    <a:pt x="358" y="74"/>
                  </a:lnTo>
                  <a:lnTo>
                    <a:pt x="351" y="87"/>
                  </a:lnTo>
                  <a:lnTo>
                    <a:pt x="343" y="99"/>
                  </a:lnTo>
                  <a:lnTo>
                    <a:pt x="336" y="111"/>
                  </a:lnTo>
                  <a:lnTo>
                    <a:pt x="327" y="123"/>
                  </a:lnTo>
                  <a:lnTo>
                    <a:pt x="317" y="133"/>
                  </a:lnTo>
                  <a:lnTo>
                    <a:pt x="295" y="151"/>
                  </a:lnTo>
                  <a:lnTo>
                    <a:pt x="270" y="166"/>
                  </a:lnTo>
                  <a:lnTo>
                    <a:pt x="257" y="173"/>
                  </a:lnTo>
                  <a:lnTo>
                    <a:pt x="244" y="177"/>
                  </a:lnTo>
                  <a:lnTo>
                    <a:pt x="229" y="180"/>
                  </a:lnTo>
                  <a:lnTo>
                    <a:pt x="217" y="184"/>
                  </a:lnTo>
                  <a:lnTo>
                    <a:pt x="202" y="186"/>
                  </a:lnTo>
                  <a:lnTo>
                    <a:pt x="185" y="186"/>
                  </a:lnTo>
                  <a:lnTo>
                    <a:pt x="185" y="1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5" name="Freeform 16">
              <a:extLst>
                <a:ext uri="{FF2B5EF4-FFF2-40B4-BE49-F238E27FC236}">
                  <a16:creationId xmlns:a16="http://schemas.microsoft.com/office/drawing/2014/main" id="{365C9B95-BD9B-4089-B12D-CC7CA369E9FA}"/>
                </a:ext>
              </a:extLst>
            </p:cNvPr>
            <p:cNvSpPr>
              <a:spLocks/>
            </p:cNvSpPr>
            <p:nvPr/>
          </p:nvSpPr>
          <p:spPr bwMode="auto">
            <a:xfrm>
              <a:off x="5322888" y="1828800"/>
              <a:ext cx="168275" cy="82550"/>
            </a:xfrm>
            <a:custGeom>
              <a:avLst/>
              <a:gdLst>
                <a:gd name="T0" fmla="*/ 106 w 106"/>
                <a:gd name="T1" fmla="*/ 52 h 52"/>
                <a:gd name="T2" fmla="*/ 53 w 106"/>
                <a:gd name="T3" fmla="*/ 0 h 52"/>
                <a:gd name="T4" fmla="*/ 0 w 106"/>
                <a:gd name="T5" fmla="*/ 52 h 52"/>
                <a:gd name="T6" fmla="*/ 106 w 106"/>
                <a:gd name="T7" fmla="*/ 52 h 52"/>
              </a:gdLst>
              <a:ahLst/>
              <a:cxnLst>
                <a:cxn ang="0">
                  <a:pos x="T0" y="T1"/>
                </a:cxn>
                <a:cxn ang="0">
                  <a:pos x="T2" y="T3"/>
                </a:cxn>
                <a:cxn ang="0">
                  <a:pos x="T4" y="T5"/>
                </a:cxn>
                <a:cxn ang="0">
                  <a:pos x="T6" y="T7"/>
                </a:cxn>
              </a:cxnLst>
              <a:rect l="0" t="0" r="r" b="b"/>
              <a:pathLst>
                <a:path w="106" h="52">
                  <a:moveTo>
                    <a:pt x="106" y="52"/>
                  </a:moveTo>
                  <a:lnTo>
                    <a:pt x="53" y="0"/>
                  </a:lnTo>
                  <a:lnTo>
                    <a:pt x="0" y="52"/>
                  </a:lnTo>
                  <a:lnTo>
                    <a:pt x="106"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6" name="Freeform 17">
              <a:extLst>
                <a:ext uri="{FF2B5EF4-FFF2-40B4-BE49-F238E27FC236}">
                  <a16:creationId xmlns:a16="http://schemas.microsoft.com/office/drawing/2014/main" id="{3F1075AC-6C34-4A8A-B580-BEE5F189E1E7}"/>
                </a:ext>
              </a:extLst>
            </p:cNvPr>
            <p:cNvSpPr>
              <a:spLocks/>
            </p:cNvSpPr>
            <p:nvPr/>
          </p:nvSpPr>
          <p:spPr bwMode="auto">
            <a:xfrm>
              <a:off x="5386388" y="1601788"/>
              <a:ext cx="574675" cy="293687"/>
            </a:xfrm>
            <a:custGeom>
              <a:avLst/>
              <a:gdLst>
                <a:gd name="T0" fmla="*/ 362 w 362"/>
                <a:gd name="T1" fmla="*/ 185 h 185"/>
                <a:gd name="T2" fmla="*/ 316 w 362"/>
                <a:gd name="T3" fmla="*/ 185 h 185"/>
                <a:gd name="T4" fmla="*/ 316 w 362"/>
                <a:gd name="T5" fmla="*/ 185 h 185"/>
                <a:gd name="T6" fmla="*/ 314 w 362"/>
                <a:gd name="T7" fmla="*/ 171 h 185"/>
                <a:gd name="T8" fmla="*/ 312 w 362"/>
                <a:gd name="T9" fmla="*/ 158 h 185"/>
                <a:gd name="T10" fmla="*/ 308 w 362"/>
                <a:gd name="T11" fmla="*/ 145 h 185"/>
                <a:gd name="T12" fmla="*/ 305 w 362"/>
                <a:gd name="T13" fmla="*/ 132 h 185"/>
                <a:gd name="T14" fmla="*/ 299 w 362"/>
                <a:gd name="T15" fmla="*/ 119 h 185"/>
                <a:gd name="T16" fmla="*/ 292 w 362"/>
                <a:gd name="T17" fmla="*/ 108 h 185"/>
                <a:gd name="T18" fmla="*/ 283 w 362"/>
                <a:gd name="T19" fmla="*/ 97 h 185"/>
                <a:gd name="T20" fmla="*/ 275 w 362"/>
                <a:gd name="T21" fmla="*/ 86 h 185"/>
                <a:gd name="T22" fmla="*/ 264 w 362"/>
                <a:gd name="T23" fmla="*/ 77 h 185"/>
                <a:gd name="T24" fmla="*/ 253 w 362"/>
                <a:gd name="T25" fmla="*/ 70 h 185"/>
                <a:gd name="T26" fmla="*/ 242 w 362"/>
                <a:gd name="T27" fmla="*/ 62 h 185"/>
                <a:gd name="T28" fmla="*/ 229 w 362"/>
                <a:gd name="T29" fmla="*/ 57 h 185"/>
                <a:gd name="T30" fmla="*/ 217 w 362"/>
                <a:gd name="T31" fmla="*/ 53 h 185"/>
                <a:gd name="T32" fmla="*/ 204 w 362"/>
                <a:gd name="T33" fmla="*/ 50 h 185"/>
                <a:gd name="T34" fmla="*/ 191 w 362"/>
                <a:gd name="T35" fmla="*/ 46 h 185"/>
                <a:gd name="T36" fmla="*/ 176 w 362"/>
                <a:gd name="T37" fmla="*/ 46 h 185"/>
                <a:gd name="T38" fmla="*/ 176 w 362"/>
                <a:gd name="T39" fmla="*/ 46 h 185"/>
                <a:gd name="T40" fmla="*/ 154 w 362"/>
                <a:gd name="T41" fmla="*/ 48 h 185"/>
                <a:gd name="T42" fmla="*/ 132 w 362"/>
                <a:gd name="T43" fmla="*/ 53 h 185"/>
                <a:gd name="T44" fmla="*/ 112 w 362"/>
                <a:gd name="T45" fmla="*/ 61 h 185"/>
                <a:gd name="T46" fmla="*/ 94 w 362"/>
                <a:gd name="T47" fmla="*/ 72 h 185"/>
                <a:gd name="T48" fmla="*/ 77 w 362"/>
                <a:gd name="T49" fmla="*/ 86 h 185"/>
                <a:gd name="T50" fmla="*/ 64 w 362"/>
                <a:gd name="T51" fmla="*/ 103 h 185"/>
                <a:gd name="T52" fmla="*/ 51 w 362"/>
                <a:gd name="T53" fmla="*/ 121 h 185"/>
                <a:gd name="T54" fmla="*/ 44 w 362"/>
                <a:gd name="T55" fmla="*/ 141 h 185"/>
                <a:gd name="T56" fmla="*/ 0 w 362"/>
                <a:gd name="T57" fmla="*/ 127 h 185"/>
                <a:gd name="T58" fmla="*/ 0 w 362"/>
                <a:gd name="T59" fmla="*/ 127 h 185"/>
                <a:gd name="T60" fmla="*/ 5 w 362"/>
                <a:gd name="T61" fmla="*/ 114 h 185"/>
                <a:gd name="T62" fmla="*/ 11 w 362"/>
                <a:gd name="T63" fmla="*/ 99 h 185"/>
                <a:gd name="T64" fmla="*/ 18 w 362"/>
                <a:gd name="T65" fmla="*/ 86 h 185"/>
                <a:gd name="T66" fmla="*/ 26 w 362"/>
                <a:gd name="T67" fmla="*/ 75 h 185"/>
                <a:gd name="T68" fmla="*/ 35 w 362"/>
                <a:gd name="T69" fmla="*/ 64 h 185"/>
                <a:gd name="T70" fmla="*/ 46 w 362"/>
                <a:gd name="T71" fmla="*/ 53 h 185"/>
                <a:gd name="T72" fmla="*/ 68 w 362"/>
                <a:gd name="T73" fmla="*/ 35 h 185"/>
                <a:gd name="T74" fmla="*/ 92 w 362"/>
                <a:gd name="T75" fmla="*/ 20 h 185"/>
                <a:gd name="T76" fmla="*/ 105 w 362"/>
                <a:gd name="T77" fmla="*/ 15 h 185"/>
                <a:gd name="T78" fmla="*/ 117 w 362"/>
                <a:gd name="T79" fmla="*/ 9 h 185"/>
                <a:gd name="T80" fmla="*/ 132 w 362"/>
                <a:gd name="T81" fmla="*/ 6 h 185"/>
                <a:gd name="T82" fmla="*/ 147 w 362"/>
                <a:gd name="T83" fmla="*/ 2 h 185"/>
                <a:gd name="T84" fmla="*/ 161 w 362"/>
                <a:gd name="T85" fmla="*/ 0 h 185"/>
                <a:gd name="T86" fmla="*/ 176 w 362"/>
                <a:gd name="T87" fmla="*/ 0 h 185"/>
                <a:gd name="T88" fmla="*/ 176 w 362"/>
                <a:gd name="T89" fmla="*/ 0 h 185"/>
                <a:gd name="T90" fmla="*/ 195 w 362"/>
                <a:gd name="T91" fmla="*/ 0 h 185"/>
                <a:gd name="T92" fmla="*/ 213 w 362"/>
                <a:gd name="T93" fmla="*/ 4 h 185"/>
                <a:gd name="T94" fmla="*/ 231 w 362"/>
                <a:gd name="T95" fmla="*/ 9 h 185"/>
                <a:gd name="T96" fmla="*/ 248 w 362"/>
                <a:gd name="T97" fmla="*/ 15 h 185"/>
                <a:gd name="T98" fmla="*/ 264 w 362"/>
                <a:gd name="T99" fmla="*/ 22 h 185"/>
                <a:gd name="T100" fmla="*/ 279 w 362"/>
                <a:gd name="T101" fmla="*/ 31 h 185"/>
                <a:gd name="T102" fmla="*/ 294 w 362"/>
                <a:gd name="T103" fmla="*/ 42 h 185"/>
                <a:gd name="T104" fmla="*/ 306 w 362"/>
                <a:gd name="T105" fmla="*/ 55 h 185"/>
                <a:gd name="T106" fmla="*/ 319 w 362"/>
                <a:gd name="T107" fmla="*/ 68 h 185"/>
                <a:gd name="T108" fmla="*/ 330 w 362"/>
                <a:gd name="T109" fmla="*/ 83 h 185"/>
                <a:gd name="T110" fmla="*/ 340 w 362"/>
                <a:gd name="T111" fmla="*/ 97 h 185"/>
                <a:gd name="T112" fmla="*/ 347 w 362"/>
                <a:gd name="T113" fmla="*/ 114 h 185"/>
                <a:gd name="T114" fmla="*/ 352 w 362"/>
                <a:gd name="T115" fmla="*/ 130 h 185"/>
                <a:gd name="T116" fmla="*/ 358 w 362"/>
                <a:gd name="T117" fmla="*/ 149 h 185"/>
                <a:gd name="T118" fmla="*/ 360 w 362"/>
                <a:gd name="T119" fmla="*/ 167 h 185"/>
                <a:gd name="T120" fmla="*/ 362 w 362"/>
                <a:gd name="T121" fmla="*/ 185 h 185"/>
                <a:gd name="T122" fmla="*/ 362 w 362"/>
                <a:gd name="T123"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62" h="185">
                  <a:moveTo>
                    <a:pt x="362" y="185"/>
                  </a:moveTo>
                  <a:lnTo>
                    <a:pt x="316" y="185"/>
                  </a:lnTo>
                  <a:lnTo>
                    <a:pt x="316" y="185"/>
                  </a:lnTo>
                  <a:lnTo>
                    <a:pt x="314" y="171"/>
                  </a:lnTo>
                  <a:lnTo>
                    <a:pt x="312" y="158"/>
                  </a:lnTo>
                  <a:lnTo>
                    <a:pt x="308" y="145"/>
                  </a:lnTo>
                  <a:lnTo>
                    <a:pt x="305" y="132"/>
                  </a:lnTo>
                  <a:lnTo>
                    <a:pt x="299" y="119"/>
                  </a:lnTo>
                  <a:lnTo>
                    <a:pt x="292" y="108"/>
                  </a:lnTo>
                  <a:lnTo>
                    <a:pt x="283" y="97"/>
                  </a:lnTo>
                  <a:lnTo>
                    <a:pt x="275" y="86"/>
                  </a:lnTo>
                  <a:lnTo>
                    <a:pt x="264" y="77"/>
                  </a:lnTo>
                  <a:lnTo>
                    <a:pt x="253" y="70"/>
                  </a:lnTo>
                  <a:lnTo>
                    <a:pt x="242" y="62"/>
                  </a:lnTo>
                  <a:lnTo>
                    <a:pt x="229" y="57"/>
                  </a:lnTo>
                  <a:lnTo>
                    <a:pt x="217" y="53"/>
                  </a:lnTo>
                  <a:lnTo>
                    <a:pt x="204" y="50"/>
                  </a:lnTo>
                  <a:lnTo>
                    <a:pt x="191" y="46"/>
                  </a:lnTo>
                  <a:lnTo>
                    <a:pt x="176" y="46"/>
                  </a:lnTo>
                  <a:lnTo>
                    <a:pt x="176" y="46"/>
                  </a:lnTo>
                  <a:lnTo>
                    <a:pt x="154" y="48"/>
                  </a:lnTo>
                  <a:lnTo>
                    <a:pt x="132" y="53"/>
                  </a:lnTo>
                  <a:lnTo>
                    <a:pt x="112" y="61"/>
                  </a:lnTo>
                  <a:lnTo>
                    <a:pt x="94" y="72"/>
                  </a:lnTo>
                  <a:lnTo>
                    <a:pt x="77" y="86"/>
                  </a:lnTo>
                  <a:lnTo>
                    <a:pt x="64" y="103"/>
                  </a:lnTo>
                  <a:lnTo>
                    <a:pt x="51" y="121"/>
                  </a:lnTo>
                  <a:lnTo>
                    <a:pt x="44" y="141"/>
                  </a:lnTo>
                  <a:lnTo>
                    <a:pt x="0" y="127"/>
                  </a:lnTo>
                  <a:lnTo>
                    <a:pt x="0" y="127"/>
                  </a:lnTo>
                  <a:lnTo>
                    <a:pt x="5" y="114"/>
                  </a:lnTo>
                  <a:lnTo>
                    <a:pt x="11" y="99"/>
                  </a:lnTo>
                  <a:lnTo>
                    <a:pt x="18" y="86"/>
                  </a:lnTo>
                  <a:lnTo>
                    <a:pt x="26" y="75"/>
                  </a:lnTo>
                  <a:lnTo>
                    <a:pt x="35" y="64"/>
                  </a:lnTo>
                  <a:lnTo>
                    <a:pt x="46" y="53"/>
                  </a:lnTo>
                  <a:lnTo>
                    <a:pt x="68" y="35"/>
                  </a:lnTo>
                  <a:lnTo>
                    <a:pt x="92" y="20"/>
                  </a:lnTo>
                  <a:lnTo>
                    <a:pt x="105" y="15"/>
                  </a:lnTo>
                  <a:lnTo>
                    <a:pt x="117" y="9"/>
                  </a:lnTo>
                  <a:lnTo>
                    <a:pt x="132" y="6"/>
                  </a:lnTo>
                  <a:lnTo>
                    <a:pt x="147" y="2"/>
                  </a:lnTo>
                  <a:lnTo>
                    <a:pt x="161" y="0"/>
                  </a:lnTo>
                  <a:lnTo>
                    <a:pt x="176" y="0"/>
                  </a:lnTo>
                  <a:lnTo>
                    <a:pt x="176" y="0"/>
                  </a:lnTo>
                  <a:lnTo>
                    <a:pt x="195" y="0"/>
                  </a:lnTo>
                  <a:lnTo>
                    <a:pt x="213" y="4"/>
                  </a:lnTo>
                  <a:lnTo>
                    <a:pt x="231" y="9"/>
                  </a:lnTo>
                  <a:lnTo>
                    <a:pt x="248" y="15"/>
                  </a:lnTo>
                  <a:lnTo>
                    <a:pt x="264" y="22"/>
                  </a:lnTo>
                  <a:lnTo>
                    <a:pt x="279" y="31"/>
                  </a:lnTo>
                  <a:lnTo>
                    <a:pt x="294" y="42"/>
                  </a:lnTo>
                  <a:lnTo>
                    <a:pt x="306" y="55"/>
                  </a:lnTo>
                  <a:lnTo>
                    <a:pt x="319" y="68"/>
                  </a:lnTo>
                  <a:lnTo>
                    <a:pt x="330" y="83"/>
                  </a:lnTo>
                  <a:lnTo>
                    <a:pt x="340" y="97"/>
                  </a:lnTo>
                  <a:lnTo>
                    <a:pt x="347" y="114"/>
                  </a:lnTo>
                  <a:lnTo>
                    <a:pt x="352" y="130"/>
                  </a:lnTo>
                  <a:lnTo>
                    <a:pt x="358" y="149"/>
                  </a:lnTo>
                  <a:lnTo>
                    <a:pt x="360" y="167"/>
                  </a:lnTo>
                  <a:lnTo>
                    <a:pt x="362" y="185"/>
                  </a:lnTo>
                  <a:lnTo>
                    <a:pt x="362" y="185"/>
                  </a:lnTo>
                  <a:close/>
                </a:path>
              </a:pathLst>
            </a:custGeom>
            <a:solidFill>
              <a:srgbClr val="42495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7" name="Freeform 18">
              <a:extLst>
                <a:ext uri="{FF2B5EF4-FFF2-40B4-BE49-F238E27FC236}">
                  <a16:creationId xmlns:a16="http://schemas.microsoft.com/office/drawing/2014/main" id="{17032CBA-92EB-4F8D-808D-FBB723A6EBF1}"/>
                </a:ext>
              </a:extLst>
            </p:cNvPr>
            <p:cNvSpPr>
              <a:spLocks/>
            </p:cNvSpPr>
            <p:nvPr/>
          </p:nvSpPr>
          <p:spPr bwMode="auto">
            <a:xfrm>
              <a:off x="5840413" y="1881188"/>
              <a:ext cx="166687" cy="84137"/>
            </a:xfrm>
            <a:custGeom>
              <a:avLst/>
              <a:gdLst>
                <a:gd name="T0" fmla="*/ 0 w 105"/>
                <a:gd name="T1" fmla="*/ 0 h 53"/>
                <a:gd name="T2" fmla="*/ 52 w 105"/>
                <a:gd name="T3" fmla="*/ 53 h 53"/>
                <a:gd name="T4" fmla="*/ 105 w 105"/>
                <a:gd name="T5" fmla="*/ 0 h 53"/>
                <a:gd name="T6" fmla="*/ 0 w 105"/>
                <a:gd name="T7" fmla="*/ 0 h 53"/>
              </a:gdLst>
              <a:ahLst/>
              <a:cxnLst>
                <a:cxn ang="0">
                  <a:pos x="T0" y="T1"/>
                </a:cxn>
                <a:cxn ang="0">
                  <a:pos x="T2" y="T3"/>
                </a:cxn>
                <a:cxn ang="0">
                  <a:pos x="T4" y="T5"/>
                </a:cxn>
                <a:cxn ang="0">
                  <a:pos x="T6" y="T7"/>
                </a:cxn>
              </a:cxnLst>
              <a:rect l="0" t="0" r="r" b="b"/>
              <a:pathLst>
                <a:path w="105" h="53">
                  <a:moveTo>
                    <a:pt x="0" y="0"/>
                  </a:moveTo>
                  <a:lnTo>
                    <a:pt x="52" y="53"/>
                  </a:lnTo>
                  <a:lnTo>
                    <a:pt x="10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grpSp>
      <p:sp>
        <p:nvSpPr>
          <p:cNvPr id="2" name="Title 1"/>
          <p:cNvSpPr>
            <a:spLocks noGrp="1"/>
          </p:cNvSpPr>
          <p:nvPr>
            <p:ph type="title"/>
          </p:nvPr>
        </p:nvSpPr>
        <p:spPr/>
        <p:txBody>
          <a:bodyPr/>
          <a:lstStyle/>
          <a:p>
            <a:r>
              <a:rPr lang="en-US" dirty="0" err="1"/>
              <a:t>gitlab</a:t>
            </a:r>
            <a:endParaRPr lang="en-US" dirty="0"/>
          </a:p>
        </p:txBody>
      </p:sp>
      <p:sp>
        <p:nvSpPr>
          <p:cNvPr id="3" name="Text Placeholder 2"/>
          <p:cNvSpPr>
            <a:spLocks noGrp="1"/>
          </p:cNvSpPr>
          <p:nvPr>
            <p:ph type="body" sz="quarter" idx="10"/>
          </p:nvPr>
        </p:nvSpPr>
        <p:spPr>
          <a:xfrm>
            <a:off x="381000" y="1014984"/>
            <a:ext cx="11430000" cy="395908"/>
          </a:xfrm>
        </p:spPr>
        <p:txBody>
          <a:bodyPr/>
          <a:lstStyle/>
          <a:p>
            <a:r>
              <a:rPr lang="en-US" dirty="0"/>
              <a:t>Features</a:t>
            </a:r>
          </a:p>
        </p:txBody>
      </p:sp>
      <p:sp>
        <p:nvSpPr>
          <p:cNvPr id="4" name="Footer Placeholder 3"/>
          <p:cNvSpPr>
            <a:spLocks noGrp="1"/>
          </p:cNvSpPr>
          <p:nvPr>
            <p:ph type="ftr" sz="quarter" idx="3"/>
          </p:nvPr>
        </p:nvSpPr>
        <p:spPr>
          <a:xfrm>
            <a:off x="381002" y="6576387"/>
            <a:ext cx="5714999" cy="206375"/>
          </a:xfrm>
        </p:spPr>
        <p:txBody>
          <a:bodyPr/>
          <a:lstStyle/>
          <a:p>
            <a:r>
              <a:rPr lang="en-US"/>
              <a:t>Copyright © 2017 Accenture  All rights reserved.</a:t>
            </a:r>
            <a:endParaRPr lang="en-US" dirty="0"/>
          </a:p>
        </p:txBody>
      </p:sp>
      <p:sp>
        <p:nvSpPr>
          <p:cNvPr id="5" name="Slide Number Placeholder 4"/>
          <p:cNvSpPr>
            <a:spLocks noGrp="1"/>
          </p:cNvSpPr>
          <p:nvPr>
            <p:ph type="sldNum" sz="quarter" idx="4"/>
          </p:nvPr>
        </p:nvSpPr>
        <p:spPr/>
        <p:txBody>
          <a:bodyPr/>
          <a:lstStyle/>
          <a:p>
            <a:fld id="{4F9AC08D-23A9-440E-BCB9-AA1E9877CC38}" type="slidenum">
              <a:rPr lang="en-US" smtClean="0"/>
              <a:pPr/>
              <a:t>5</a:t>
            </a:fld>
            <a:endParaRPr lang="en-US" dirty="0"/>
          </a:p>
        </p:txBody>
      </p:sp>
      <p:sp>
        <p:nvSpPr>
          <p:cNvPr id="46" name="TextBox 45">
            <a:extLst>
              <a:ext uri="{FF2B5EF4-FFF2-40B4-BE49-F238E27FC236}">
                <a16:creationId xmlns:a16="http://schemas.microsoft.com/office/drawing/2014/main" id="{6320123F-4C45-44FC-BF8C-716005E7DD6A}"/>
              </a:ext>
            </a:extLst>
          </p:cNvPr>
          <p:cNvSpPr txBox="1"/>
          <p:nvPr/>
        </p:nvSpPr>
        <p:spPr>
          <a:xfrm>
            <a:off x="2328672" y="4636008"/>
            <a:ext cx="2342478" cy="646331"/>
          </a:xfrm>
          <a:prstGeom prst="rect">
            <a:avLst/>
          </a:prstGeom>
          <a:noFill/>
        </p:spPr>
        <p:txBody>
          <a:bodyPr wrap="square" rtlCol="0">
            <a:spAutoFit/>
          </a:bodyPr>
          <a:lstStyle/>
          <a:p>
            <a:pPr algn="ctr"/>
            <a:r>
              <a:rPr lang="en-US" b="1" dirty="0">
                <a:solidFill>
                  <a:schemeClr val="bg1"/>
                </a:solidFill>
              </a:rPr>
              <a:t>LDAP </a:t>
            </a:r>
          </a:p>
          <a:p>
            <a:pPr algn="ctr"/>
            <a:r>
              <a:rPr lang="en-US" b="1" dirty="0">
                <a:solidFill>
                  <a:schemeClr val="bg1"/>
                </a:solidFill>
              </a:rPr>
              <a:t>GROUP SYNC</a:t>
            </a:r>
          </a:p>
        </p:txBody>
      </p:sp>
      <p:sp>
        <p:nvSpPr>
          <p:cNvPr id="28" name="TextBox 27">
            <a:extLst>
              <a:ext uri="{FF2B5EF4-FFF2-40B4-BE49-F238E27FC236}">
                <a16:creationId xmlns:a16="http://schemas.microsoft.com/office/drawing/2014/main" id="{65DD71F4-7E3E-4525-A830-DAAF44C9D116}"/>
              </a:ext>
            </a:extLst>
          </p:cNvPr>
          <p:cNvSpPr txBox="1"/>
          <p:nvPr/>
        </p:nvSpPr>
        <p:spPr>
          <a:xfrm>
            <a:off x="5696713" y="2425875"/>
            <a:ext cx="5961888" cy="2585323"/>
          </a:xfrm>
          <a:prstGeom prst="rect">
            <a:avLst/>
          </a:prstGeom>
          <a:noFill/>
        </p:spPr>
        <p:txBody>
          <a:bodyPr wrap="square" rtlCol="0">
            <a:spAutoFit/>
          </a:bodyPr>
          <a:lstStyle/>
          <a:p>
            <a:pPr marL="285750" indent="-285750">
              <a:buFont typeface="Arial" panose="020B0604020202020204" pitchFamily="34" charset="0"/>
              <a:buChar char="•"/>
            </a:pPr>
            <a:r>
              <a:rPr lang="en-US" dirty="0" err="1">
                <a:solidFill>
                  <a:schemeClr val="bg1"/>
                </a:solidFill>
              </a:rPr>
              <a:t>GitLab</a:t>
            </a:r>
            <a:r>
              <a:rPr lang="en-US" dirty="0">
                <a:solidFill>
                  <a:schemeClr val="bg1"/>
                </a:solidFill>
              </a:rPr>
              <a:t> integrates with LDAP to support user authentication. This integration works with most LDAP-compliant directory servers, including Microsoft Active Directory, Apple Open Directory, Open LDAP, and 389 Server. </a:t>
            </a:r>
            <a:r>
              <a:rPr lang="en-US" dirty="0" err="1">
                <a:solidFill>
                  <a:schemeClr val="bg1"/>
                </a:solidFill>
              </a:rPr>
              <a:t>GitLab</a:t>
            </a:r>
            <a:r>
              <a:rPr lang="en-US" dirty="0">
                <a:solidFill>
                  <a:schemeClr val="bg1"/>
                </a:solidFill>
              </a:rPr>
              <a:t> EE includes enhanced integration, including group membership syncing.</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US" dirty="0">
              <a:solidFill>
                <a:schemeClr val="bg1"/>
              </a:solidFill>
            </a:endParaRPr>
          </a:p>
        </p:txBody>
      </p:sp>
    </p:spTree>
    <p:extLst>
      <p:ext uri="{BB962C8B-B14F-4D97-AF65-F5344CB8AC3E}">
        <p14:creationId xmlns:p14="http://schemas.microsoft.com/office/powerpoint/2010/main" val="3527312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652CF346-DAF6-4E62-A0D4-2DFD246AC815}"/>
              </a:ext>
            </a:extLst>
          </p:cNvPr>
          <p:cNvGrpSpPr/>
          <p:nvPr/>
        </p:nvGrpSpPr>
        <p:grpSpPr>
          <a:xfrm>
            <a:off x="2641170" y="2266684"/>
            <a:ext cx="1703366" cy="1880135"/>
            <a:chOff x="7189731" y="2499900"/>
            <a:chExt cx="1422512" cy="1658175"/>
          </a:xfrm>
          <a:solidFill>
            <a:srgbClr val="004962"/>
          </a:solidFill>
        </p:grpSpPr>
        <p:sp>
          <p:nvSpPr>
            <p:cNvPr id="36" name="Freeform 8">
              <a:extLst>
                <a:ext uri="{FF2B5EF4-FFF2-40B4-BE49-F238E27FC236}">
                  <a16:creationId xmlns:a16="http://schemas.microsoft.com/office/drawing/2014/main" id="{33E8A666-333F-43FD-B766-EF6011CB19B0}"/>
                </a:ext>
              </a:extLst>
            </p:cNvPr>
            <p:cNvSpPr>
              <a:spLocks/>
            </p:cNvSpPr>
            <p:nvPr/>
          </p:nvSpPr>
          <p:spPr bwMode="auto">
            <a:xfrm>
              <a:off x="7189731" y="2499900"/>
              <a:ext cx="1422512" cy="1658175"/>
            </a:xfrm>
            <a:custGeom>
              <a:avLst/>
              <a:gdLst>
                <a:gd name="T0" fmla="*/ 176 w 352"/>
                <a:gd name="T1" fmla="*/ 0 h 410"/>
                <a:gd name="T2" fmla="*/ 0 w 352"/>
                <a:gd name="T3" fmla="*/ 176 h 410"/>
                <a:gd name="T4" fmla="*/ 121 w 352"/>
                <a:gd name="T5" fmla="*/ 343 h 410"/>
                <a:gd name="T6" fmla="*/ 165 w 352"/>
                <a:gd name="T7" fmla="*/ 398 h 410"/>
                <a:gd name="T8" fmla="*/ 176 w 352"/>
                <a:gd name="T9" fmla="*/ 410 h 410"/>
                <a:gd name="T10" fmla="*/ 186 w 352"/>
                <a:gd name="T11" fmla="*/ 398 h 410"/>
                <a:gd name="T12" fmla="*/ 230 w 352"/>
                <a:gd name="T13" fmla="*/ 343 h 410"/>
                <a:gd name="T14" fmla="*/ 352 w 352"/>
                <a:gd name="T15" fmla="*/ 176 h 410"/>
                <a:gd name="T16" fmla="*/ 176 w 352"/>
                <a:gd name="T17" fmla="*/ 0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10">
                  <a:moveTo>
                    <a:pt x="176" y="0"/>
                  </a:moveTo>
                  <a:cubicBezTo>
                    <a:pt x="79" y="0"/>
                    <a:pt x="0" y="78"/>
                    <a:pt x="0" y="176"/>
                  </a:cubicBezTo>
                  <a:cubicBezTo>
                    <a:pt x="0" y="251"/>
                    <a:pt x="50" y="320"/>
                    <a:pt x="121" y="343"/>
                  </a:cubicBezTo>
                  <a:cubicBezTo>
                    <a:pt x="136" y="363"/>
                    <a:pt x="151" y="382"/>
                    <a:pt x="165" y="398"/>
                  </a:cubicBezTo>
                  <a:cubicBezTo>
                    <a:pt x="176" y="410"/>
                    <a:pt x="176" y="410"/>
                    <a:pt x="176" y="410"/>
                  </a:cubicBezTo>
                  <a:cubicBezTo>
                    <a:pt x="186" y="398"/>
                    <a:pt x="186" y="398"/>
                    <a:pt x="186" y="398"/>
                  </a:cubicBezTo>
                  <a:cubicBezTo>
                    <a:pt x="201" y="382"/>
                    <a:pt x="216" y="363"/>
                    <a:pt x="230" y="343"/>
                  </a:cubicBezTo>
                  <a:cubicBezTo>
                    <a:pt x="302" y="320"/>
                    <a:pt x="352" y="251"/>
                    <a:pt x="352" y="176"/>
                  </a:cubicBezTo>
                  <a:cubicBezTo>
                    <a:pt x="352" y="78"/>
                    <a:pt x="273" y="0"/>
                    <a:pt x="176" y="0"/>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en-IE"/>
            </a:p>
          </p:txBody>
        </p:sp>
        <p:sp>
          <p:nvSpPr>
            <p:cNvPr id="37" name="Oval 36">
              <a:extLst>
                <a:ext uri="{FF2B5EF4-FFF2-40B4-BE49-F238E27FC236}">
                  <a16:creationId xmlns:a16="http://schemas.microsoft.com/office/drawing/2014/main" id="{0A042022-AC39-420C-9F91-6BA62AF15BBB}"/>
                </a:ext>
              </a:extLst>
            </p:cNvPr>
            <p:cNvSpPr/>
            <p:nvPr/>
          </p:nvSpPr>
          <p:spPr>
            <a:xfrm>
              <a:off x="7286624" y="2599133"/>
              <a:ext cx="1228725" cy="1228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8" name="Freeform 28">
            <a:extLst>
              <a:ext uri="{FF2B5EF4-FFF2-40B4-BE49-F238E27FC236}">
                <a16:creationId xmlns:a16="http://schemas.microsoft.com/office/drawing/2014/main" id="{3A8A1B84-9B28-4BF4-A5FC-E63BC71287B0}"/>
              </a:ext>
            </a:extLst>
          </p:cNvPr>
          <p:cNvSpPr>
            <a:spLocks noEditPoints="1"/>
          </p:cNvSpPr>
          <p:nvPr/>
        </p:nvSpPr>
        <p:spPr bwMode="auto">
          <a:xfrm>
            <a:off x="2975698" y="2585938"/>
            <a:ext cx="1020346" cy="966171"/>
          </a:xfrm>
          <a:custGeom>
            <a:avLst/>
            <a:gdLst>
              <a:gd name="T0" fmla="*/ 128 w 256"/>
              <a:gd name="T1" fmla="*/ 256 h 256"/>
              <a:gd name="T2" fmla="*/ 22 w 256"/>
              <a:gd name="T3" fmla="*/ 128 h 256"/>
              <a:gd name="T4" fmla="*/ 55 w 256"/>
              <a:gd name="T5" fmla="*/ 55 h 256"/>
              <a:gd name="T6" fmla="*/ 49 w 256"/>
              <a:gd name="T7" fmla="*/ 90 h 256"/>
              <a:gd name="T8" fmla="*/ 53 w 256"/>
              <a:gd name="T9" fmla="*/ 106 h 256"/>
              <a:gd name="T10" fmla="*/ 56 w 256"/>
              <a:gd name="T11" fmla="*/ 99 h 256"/>
              <a:gd name="T12" fmla="*/ 82 w 256"/>
              <a:gd name="T13" fmla="*/ 126 h 256"/>
              <a:gd name="T14" fmla="*/ 94 w 256"/>
              <a:gd name="T15" fmla="*/ 136 h 256"/>
              <a:gd name="T16" fmla="*/ 111 w 256"/>
              <a:gd name="T17" fmla="*/ 151 h 256"/>
              <a:gd name="T18" fmla="*/ 102 w 256"/>
              <a:gd name="T19" fmla="*/ 168 h 256"/>
              <a:gd name="T20" fmla="*/ 122 w 256"/>
              <a:gd name="T21" fmla="*/ 207 h 256"/>
              <a:gd name="T22" fmla="*/ 117 w 256"/>
              <a:gd name="T23" fmla="*/ 234 h 256"/>
              <a:gd name="T24" fmla="*/ 124 w 256"/>
              <a:gd name="T25" fmla="*/ 234 h 256"/>
              <a:gd name="T26" fmla="*/ 135 w 256"/>
              <a:gd name="T27" fmla="*/ 222 h 256"/>
              <a:gd name="T28" fmla="*/ 144 w 256"/>
              <a:gd name="T29" fmla="*/ 214 h 256"/>
              <a:gd name="T30" fmla="*/ 169 w 256"/>
              <a:gd name="T31" fmla="*/ 196 h 256"/>
              <a:gd name="T32" fmla="*/ 183 w 256"/>
              <a:gd name="T33" fmla="*/ 157 h 256"/>
              <a:gd name="T34" fmla="*/ 163 w 256"/>
              <a:gd name="T35" fmla="*/ 159 h 256"/>
              <a:gd name="T36" fmla="*/ 151 w 256"/>
              <a:gd name="T37" fmla="*/ 145 h 256"/>
              <a:gd name="T38" fmla="*/ 129 w 256"/>
              <a:gd name="T39" fmla="*/ 135 h 256"/>
              <a:gd name="T40" fmla="*/ 121 w 256"/>
              <a:gd name="T41" fmla="*/ 134 h 256"/>
              <a:gd name="T42" fmla="*/ 104 w 256"/>
              <a:gd name="T43" fmla="*/ 138 h 256"/>
              <a:gd name="T44" fmla="*/ 99 w 256"/>
              <a:gd name="T45" fmla="*/ 129 h 256"/>
              <a:gd name="T46" fmla="*/ 92 w 256"/>
              <a:gd name="T47" fmla="*/ 115 h 256"/>
              <a:gd name="T48" fmla="*/ 75 w 256"/>
              <a:gd name="T49" fmla="*/ 103 h 256"/>
              <a:gd name="T50" fmla="*/ 88 w 256"/>
              <a:gd name="T51" fmla="*/ 95 h 256"/>
              <a:gd name="T52" fmla="*/ 101 w 256"/>
              <a:gd name="T53" fmla="*/ 100 h 256"/>
              <a:gd name="T54" fmla="*/ 109 w 256"/>
              <a:gd name="T55" fmla="*/ 88 h 256"/>
              <a:gd name="T56" fmla="*/ 122 w 256"/>
              <a:gd name="T57" fmla="*/ 71 h 256"/>
              <a:gd name="T58" fmla="*/ 132 w 256"/>
              <a:gd name="T59" fmla="*/ 68 h 256"/>
              <a:gd name="T60" fmla="*/ 127 w 256"/>
              <a:gd name="T61" fmla="*/ 59 h 256"/>
              <a:gd name="T62" fmla="*/ 132 w 256"/>
              <a:gd name="T63" fmla="*/ 49 h 256"/>
              <a:gd name="T64" fmla="*/ 121 w 256"/>
              <a:gd name="T65" fmla="*/ 44 h 256"/>
              <a:gd name="T66" fmla="*/ 111 w 256"/>
              <a:gd name="T67" fmla="*/ 51 h 256"/>
              <a:gd name="T68" fmla="*/ 106 w 256"/>
              <a:gd name="T69" fmla="*/ 50 h 256"/>
              <a:gd name="T70" fmla="*/ 95 w 256"/>
              <a:gd name="T71" fmla="*/ 43 h 256"/>
              <a:gd name="T72" fmla="*/ 101 w 256"/>
              <a:gd name="T73" fmla="*/ 31 h 256"/>
              <a:gd name="T74" fmla="*/ 120 w 256"/>
              <a:gd name="T75" fmla="*/ 22 h 256"/>
              <a:gd name="T76" fmla="*/ 133 w 256"/>
              <a:gd name="T77" fmla="*/ 31 h 256"/>
              <a:gd name="T78" fmla="*/ 145 w 256"/>
              <a:gd name="T79" fmla="*/ 39 h 256"/>
              <a:gd name="T80" fmla="*/ 141 w 256"/>
              <a:gd name="T81" fmla="*/ 23 h 256"/>
              <a:gd name="T82" fmla="*/ 188 w 256"/>
              <a:gd name="T83" fmla="*/ 45 h 256"/>
              <a:gd name="T84" fmla="*/ 204 w 256"/>
              <a:gd name="T85" fmla="*/ 67 h 256"/>
              <a:gd name="T86" fmla="*/ 212 w 256"/>
              <a:gd name="T87" fmla="*/ 64 h 256"/>
              <a:gd name="T88" fmla="*/ 206 w 256"/>
              <a:gd name="T89" fmla="*/ 100 h 256"/>
              <a:gd name="T90" fmla="*/ 234 w 256"/>
              <a:gd name="T91" fmla="*/ 12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6" h="256">
                <a:moveTo>
                  <a:pt x="128" y="0"/>
                </a:moveTo>
                <a:cubicBezTo>
                  <a:pt x="57" y="0"/>
                  <a:pt x="0" y="57"/>
                  <a:pt x="0" y="128"/>
                </a:cubicBezTo>
                <a:cubicBezTo>
                  <a:pt x="0" y="199"/>
                  <a:pt x="57" y="256"/>
                  <a:pt x="128" y="256"/>
                </a:cubicBezTo>
                <a:cubicBezTo>
                  <a:pt x="198" y="256"/>
                  <a:pt x="256" y="199"/>
                  <a:pt x="256" y="128"/>
                </a:cubicBezTo>
                <a:cubicBezTo>
                  <a:pt x="256" y="57"/>
                  <a:pt x="198" y="0"/>
                  <a:pt x="128" y="0"/>
                </a:cubicBezTo>
                <a:close/>
                <a:moveTo>
                  <a:pt x="22" y="128"/>
                </a:moveTo>
                <a:cubicBezTo>
                  <a:pt x="22" y="96"/>
                  <a:pt x="36" y="68"/>
                  <a:pt x="58" y="48"/>
                </a:cubicBezTo>
                <a:cubicBezTo>
                  <a:pt x="58" y="51"/>
                  <a:pt x="59" y="55"/>
                  <a:pt x="57" y="56"/>
                </a:cubicBezTo>
                <a:cubicBezTo>
                  <a:pt x="57" y="56"/>
                  <a:pt x="56" y="54"/>
                  <a:pt x="55" y="55"/>
                </a:cubicBezTo>
                <a:cubicBezTo>
                  <a:pt x="54" y="56"/>
                  <a:pt x="47" y="66"/>
                  <a:pt x="47" y="73"/>
                </a:cubicBezTo>
                <a:cubicBezTo>
                  <a:pt x="47" y="80"/>
                  <a:pt x="46" y="81"/>
                  <a:pt x="49" y="82"/>
                </a:cubicBezTo>
                <a:cubicBezTo>
                  <a:pt x="49" y="82"/>
                  <a:pt x="49" y="86"/>
                  <a:pt x="49" y="90"/>
                </a:cubicBezTo>
                <a:cubicBezTo>
                  <a:pt x="49" y="93"/>
                  <a:pt x="47" y="95"/>
                  <a:pt x="49" y="97"/>
                </a:cubicBezTo>
                <a:cubicBezTo>
                  <a:pt x="50" y="98"/>
                  <a:pt x="51" y="100"/>
                  <a:pt x="52" y="102"/>
                </a:cubicBezTo>
                <a:cubicBezTo>
                  <a:pt x="53" y="104"/>
                  <a:pt x="52" y="105"/>
                  <a:pt x="53" y="106"/>
                </a:cubicBezTo>
                <a:cubicBezTo>
                  <a:pt x="55" y="107"/>
                  <a:pt x="52" y="95"/>
                  <a:pt x="51" y="92"/>
                </a:cubicBezTo>
                <a:cubicBezTo>
                  <a:pt x="51" y="89"/>
                  <a:pt x="51" y="87"/>
                  <a:pt x="53" y="89"/>
                </a:cubicBezTo>
                <a:cubicBezTo>
                  <a:pt x="55" y="90"/>
                  <a:pt x="54" y="96"/>
                  <a:pt x="56" y="99"/>
                </a:cubicBezTo>
                <a:cubicBezTo>
                  <a:pt x="58" y="103"/>
                  <a:pt x="57" y="109"/>
                  <a:pt x="62" y="115"/>
                </a:cubicBezTo>
                <a:cubicBezTo>
                  <a:pt x="67" y="121"/>
                  <a:pt x="72" y="121"/>
                  <a:pt x="76" y="123"/>
                </a:cubicBezTo>
                <a:cubicBezTo>
                  <a:pt x="79" y="124"/>
                  <a:pt x="80" y="125"/>
                  <a:pt x="82" y="126"/>
                </a:cubicBezTo>
                <a:cubicBezTo>
                  <a:pt x="83" y="127"/>
                  <a:pt x="85" y="130"/>
                  <a:pt x="86" y="128"/>
                </a:cubicBezTo>
                <a:cubicBezTo>
                  <a:pt x="86" y="128"/>
                  <a:pt x="89" y="128"/>
                  <a:pt x="91" y="130"/>
                </a:cubicBezTo>
                <a:cubicBezTo>
                  <a:pt x="92" y="131"/>
                  <a:pt x="91" y="134"/>
                  <a:pt x="94" y="136"/>
                </a:cubicBezTo>
                <a:cubicBezTo>
                  <a:pt x="97" y="138"/>
                  <a:pt x="103" y="143"/>
                  <a:pt x="104" y="142"/>
                </a:cubicBezTo>
                <a:cubicBezTo>
                  <a:pt x="105" y="141"/>
                  <a:pt x="106" y="138"/>
                  <a:pt x="107" y="140"/>
                </a:cubicBezTo>
                <a:cubicBezTo>
                  <a:pt x="109" y="142"/>
                  <a:pt x="111" y="148"/>
                  <a:pt x="111" y="151"/>
                </a:cubicBezTo>
                <a:cubicBezTo>
                  <a:pt x="110" y="153"/>
                  <a:pt x="105" y="155"/>
                  <a:pt x="104" y="158"/>
                </a:cubicBezTo>
                <a:cubicBezTo>
                  <a:pt x="104" y="161"/>
                  <a:pt x="105" y="160"/>
                  <a:pt x="107" y="162"/>
                </a:cubicBezTo>
                <a:cubicBezTo>
                  <a:pt x="108" y="163"/>
                  <a:pt x="100" y="164"/>
                  <a:pt x="102" y="168"/>
                </a:cubicBezTo>
                <a:cubicBezTo>
                  <a:pt x="104" y="172"/>
                  <a:pt x="106" y="172"/>
                  <a:pt x="109" y="177"/>
                </a:cubicBezTo>
                <a:cubicBezTo>
                  <a:pt x="111" y="182"/>
                  <a:pt x="111" y="184"/>
                  <a:pt x="117" y="188"/>
                </a:cubicBezTo>
                <a:cubicBezTo>
                  <a:pt x="122" y="191"/>
                  <a:pt x="124" y="199"/>
                  <a:pt x="122" y="207"/>
                </a:cubicBezTo>
                <a:cubicBezTo>
                  <a:pt x="121" y="216"/>
                  <a:pt x="117" y="222"/>
                  <a:pt x="118" y="225"/>
                </a:cubicBezTo>
                <a:cubicBezTo>
                  <a:pt x="118" y="225"/>
                  <a:pt x="120" y="226"/>
                  <a:pt x="118" y="228"/>
                </a:cubicBezTo>
                <a:cubicBezTo>
                  <a:pt x="117" y="229"/>
                  <a:pt x="117" y="232"/>
                  <a:pt x="117" y="234"/>
                </a:cubicBezTo>
                <a:cubicBezTo>
                  <a:pt x="64" y="228"/>
                  <a:pt x="22" y="183"/>
                  <a:pt x="22" y="128"/>
                </a:cubicBezTo>
                <a:close/>
                <a:moveTo>
                  <a:pt x="128" y="234"/>
                </a:moveTo>
                <a:cubicBezTo>
                  <a:pt x="127" y="234"/>
                  <a:pt x="125" y="234"/>
                  <a:pt x="124" y="234"/>
                </a:cubicBezTo>
                <a:cubicBezTo>
                  <a:pt x="125" y="233"/>
                  <a:pt x="126" y="233"/>
                  <a:pt x="127" y="232"/>
                </a:cubicBezTo>
                <a:cubicBezTo>
                  <a:pt x="128" y="230"/>
                  <a:pt x="129" y="226"/>
                  <a:pt x="130" y="224"/>
                </a:cubicBezTo>
                <a:cubicBezTo>
                  <a:pt x="132" y="222"/>
                  <a:pt x="132" y="224"/>
                  <a:pt x="135" y="222"/>
                </a:cubicBezTo>
                <a:cubicBezTo>
                  <a:pt x="137" y="221"/>
                  <a:pt x="135" y="220"/>
                  <a:pt x="137" y="220"/>
                </a:cubicBezTo>
                <a:cubicBezTo>
                  <a:pt x="138" y="220"/>
                  <a:pt x="143" y="221"/>
                  <a:pt x="144" y="218"/>
                </a:cubicBezTo>
                <a:cubicBezTo>
                  <a:pt x="145" y="216"/>
                  <a:pt x="143" y="216"/>
                  <a:pt x="144" y="214"/>
                </a:cubicBezTo>
                <a:cubicBezTo>
                  <a:pt x="145" y="213"/>
                  <a:pt x="151" y="216"/>
                  <a:pt x="152" y="213"/>
                </a:cubicBezTo>
                <a:cubicBezTo>
                  <a:pt x="153" y="209"/>
                  <a:pt x="159" y="206"/>
                  <a:pt x="162" y="202"/>
                </a:cubicBezTo>
                <a:cubicBezTo>
                  <a:pt x="166" y="198"/>
                  <a:pt x="164" y="198"/>
                  <a:pt x="169" y="196"/>
                </a:cubicBezTo>
                <a:cubicBezTo>
                  <a:pt x="174" y="194"/>
                  <a:pt x="178" y="190"/>
                  <a:pt x="181" y="184"/>
                </a:cubicBezTo>
                <a:cubicBezTo>
                  <a:pt x="183" y="178"/>
                  <a:pt x="189" y="170"/>
                  <a:pt x="190" y="166"/>
                </a:cubicBezTo>
                <a:cubicBezTo>
                  <a:pt x="191" y="163"/>
                  <a:pt x="186" y="158"/>
                  <a:pt x="183" y="157"/>
                </a:cubicBezTo>
                <a:cubicBezTo>
                  <a:pt x="181" y="157"/>
                  <a:pt x="176" y="157"/>
                  <a:pt x="175" y="158"/>
                </a:cubicBezTo>
                <a:cubicBezTo>
                  <a:pt x="174" y="159"/>
                  <a:pt x="173" y="155"/>
                  <a:pt x="170" y="155"/>
                </a:cubicBezTo>
                <a:cubicBezTo>
                  <a:pt x="166" y="156"/>
                  <a:pt x="166" y="162"/>
                  <a:pt x="163" y="159"/>
                </a:cubicBezTo>
                <a:cubicBezTo>
                  <a:pt x="161" y="157"/>
                  <a:pt x="163" y="156"/>
                  <a:pt x="164" y="153"/>
                </a:cubicBezTo>
                <a:cubicBezTo>
                  <a:pt x="166" y="149"/>
                  <a:pt x="165" y="147"/>
                  <a:pt x="161" y="145"/>
                </a:cubicBezTo>
                <a:cubicBezTo>
                  <a:pt x="157" y="143"/>
                  <a:pt x="154" y="147"/>
                  <a:pt x="151" y="145"/>
                </a:cubicBezTo>
                <a:cubicBezTo>
                  <a:pt x="149" y="143"/>
                  <a:pt x="147" y="140"/>
                  <a:pt x="143" y="139"/>
                </a:cubicBezTo>
                <a:cubicBezTo>
                  <a:pt x="140" y="138"/>
                  <a:pt x="142" y="135"/>
                  <a:pt x="138" y="135"/>
                </a:cubicBezTo>
                <a:cubicBezTo>
                  <a:pt x="134" y="136"/>
                  <a:pt x="131" y="136"/>
                  <a:pt x="129" y="135"/>
                </a:cubicBezTo>
                <a:cubicBezTo>
                  <a:pt x="127" y="133"/>
                  <a:pt x="123" y="134"/>
                  <a:pt x="123" y="135"/>
                </a:cubicBezTo>
                <a:cubicBezTo>
                  <a:pt x="124" y="137"/>
                  <a:pt x="124" y="140"/>
                  <a:pt x="122" y="139"/>
                </a:cubicBezTo>
                <a:cubicBezTo>
                  <a:pt x="121" y="139"/>
                  <a:pt x="122" y="134"/>
                  <a:pt x="121" y="134"/>
                </a:cubicBezTo>
                <a:cubicBezTo>
                  <a:pt x="120" y="133"/>
                  <a:pt x="113" y="135"/>
                  <a:pt x="113" y="139"/>
                </a:cubicBezTo>
                <a:cubicBezTo>
                  <a:pt x="112" y="143"/>
                  <a:pt x="113" y="142"/>
                  <a:pt x="112" y="141"/>
                </a:cubicBezTo>
                <a:cubicBezTo>
                  <a:pt x="110" y="139"/>
                  <a:pt x="106" y="137"/>
                  <a:pt x="104" y="138"/>
                </a:cubicBezTo>
                <a:cubicBezTo>
                  <a:pt x="103" y="139"/>
                  <a:pt x="100" y="138"/>
                  <a:pt x="100" y="137"/>
                </a:cubicBezTo>
                <a:cubicBezTo>
                  <a:pt x="99" y="136"/>
                  <a:pt x="97" y="135"/>
                  <a:pt x="97" y="135"/>
                </a:cubicBezTo>
                <a:cubicBezTo>
                  <a:pt x="97" y="135"/>
                  <a:pt x="99" y="132"/>
                  <a:pt x="99" y="129"/>
                </a:cubicBezTo>
                <a:cubicBezTo>
                  <a:pt x="98" y="125"/>
                  <a:pt x="97" y="123"/>
                  <a:pt x="89" y="124"/>
                </a:cubicBezTo>
                <a:cubicBezTo>
                  <a:pt x="89" y="124"/>
                  <a:pt x="87" y="124"/>
                  <a:pt x="89" y="122"/>
                </a:cubicBezTo>
                <a:cubicBezTo>
                  <a:pt x="91" y="121"/>
                  <a:pt x="93" y="118"/>
                  <a:pt x="92" y="115"/>
                </a:cubicBezTo>
                <a:cubicBezTo>
                  <a:pt x="91" y="112"/>
                  <a:pt x="89" y="110"/>
                  <a:pt x="87" y="113"/>
                </a:cubicBezTo>
                <a:cubicBezTo>
                  <a:pt x="85" y="116"/>
                  <a:pt x="84" y="120"/>
                  <a:pt x="81" y="118"/>
                </a:cubicBezTo>
                <a:cubicBezTo>
                  <a:pt x="78" y="117"/>
                  <a:pt x="72" y="111"/>
                  <a:pt x="75" y="103"/>
                </a:cubicBezTo>
                <a:cubicBezTo>
                  <a:pt x="78" y="95"/>
                  <a:pt x="79" y="94"/>
                  <a:pt x="81" y="94"/>
                </a:cubicBezTo>
                <a:cubicBezTo>
                  <a:pt x="84" y="94"/>
                  <a:pt x="86" y="97"/>
                  <a:pt x="89" y="97"/>
                </a:cubicBezTo>
                <a:cubicBezTo>
                  <a:pt x="92" y="97"/>
                  <a:pt x="88" y="96"/>
                  <a:pt x="88" y="95"/>
                </a:cubicBezTo>
                <a:cubicBezTo>
                  <a:pt x="88" y="94"/>
                  <a:pt x="91" y="95"/>
                  <a:pt x="92" y="93"/>
                </a:cubicBezTo>
                <a:cubicBezTo>
                  <a:pt x="92" y="93"/>
                  <a:pt x="95" y="94"/>
                  <a:pt x="98" y="95"/>
                </a:cubicBezTo>
                <a:cubicBezTo>
                  <a:pt x="100" y="96"/>
                  <a:pt x="101" y="98"/>
                  <a:pt x="101" y="100"/>
                </a:cubicBezTo>
                <a:cubicBezTo>
                  <a:pt x="101" y="102"/>
                  <a:pt x="102" y="107"/>
                  <a:pt x="105" y="106"/>
                </a:cubicBezTo>
                <a:cubicBezTo>
                  <a:pt x="108" y="104"/>
                  <a:pt x="105" y="98"/>
                  <a:pt x="104" y="94"/>
                </a:cubicBezTo>
                <a:cubicBezTo>
                  <a:pt x="103" y="90"/>
                  <a:pt x="106" y="88"/>
                  <a:pt x="109" y="88"/>
                </a:cubicBezTo>
                <a:cubicBezTo>
                  <a:pt x="112" y="87"/>
                  <a:pt x="114" y="84"/>
                  <a:pt x="114" y="81"/>
                </a:cubicBezTo>
                <a:cubicBezTo>
                  <a:pt x="114" y="77"/>
                  <a:pt x="114" y="75"/>
                  <a:pt x="117" y="74"/>
                </a:cubicBezTo>
                <a:cubicBezTo>
                  <a:pt x="120" y="73"/>
                  <a:pt x="122" y="73"/>
                  <a:pt x="122" y="71"/>
                </a:cubicBezTo>
                <a:cubicBezTo>
                  <a:pt x="122" y="69"/>
                  <a:pt x="125" y="68"/>
                  <a:pt x="127" y="68"/>
                </a:cubicBezTo>
                <a:cubicBezTo>
                  <a:pt x="129" y="67"/>
                  <a:pt x="129" y="68"/>
                  <a:pt x="130" y="68"/>
                </a:cubicBezTo>
                <a:cubicBezTo>
                  <a:pt x="130" y="67"/>
                  <a:pt x="128" y="69"/>
                  <a:pt x="132" y="68"/>
                </a:cubicBezTo>
                <a:cubicBezTo>
                  <a:pt x="135" y="68"/>
                  <a:pt x="136" y="66"/>
                  <a:pt x="133" y="65"/>
                </a:cubicBezTo>
                <a:cubicBezTo>
                  <a:pt x="130" y="65"/>
                  <a:pt x="129" y="64"/>
                  <a:pt x="128" y="63"/>
                </a:cubicBezTo>
                <a:cubicBezTo>
                  <a:pt x="127" y="62"/>
                  <a:pt x="130" y="60"/>
                  <a:pt x="127" y="59"/>
                </a:cubicBezTo>
                <a:cubicBezTo>
                  <a:pt x="127" y="59"/>
                  <a:pt x="129" y="57"/>
                  <a:pt x="132" y="58"/>
                </a:cubicBezTo>
                <a:cubicBezTo>
                  <a:pt x="136" y="59"/>
                  <a:pt x="139" y="55"/>
                  <a:pt x="138" y="53"/>
                </a:cubicBezTo>
                <a:cubicBezTo>
                  <a:pt x="137" y="50"/>
                  <a:pt x="135" y="51"/>
                  <a:pt x="132" y="49"/>
                </a:cubicBezTo>
                <a:cubicBezTo>
                  <a:pt x="129" y="48"/>
                  <a:pt x="129" y="45"/>
                  <a:pt x="127" y="44"/>
                </a:cubicBezTo>
                <a:cubicBezTo>
                  <a:pt x="125" y="43"/>
                  <a:pt x="126" y="46"/>
                  <a:pt x="125" y="47"/>
                </a:cubicBezTo>
                <a:cubicBezTo>
                  <a:pt x="123" y="48"/>
                  <a:pt x="123" y="46"/>
                  <a:pt x="121" y="44"/>
                </a:cubicBezTo>
                <a:cubicBezTo>
                  <a:pt x="120" y="43"/>
                  <a:pt x="116" y="38"/>
                  <a:pt x="113" y="40"/>
                </a:cubicBezTo>
                <a:cubicBezTo>
                  <a:pt x="111" y="42"/>
                  <a:pt x="112" y="46"/>
                  <a:pt x="114" y="49"/>
                </a:cubicBezTo>
                <a:cubicBezTo>
                  <a:pt x="114" y="49"/>
                  <a:pt x="112" y="50"/>
                  <a:pt x="111" y="51"/>
                </a:cubicBezTo>
                <a:cubicBezTo>
                  <a:pt x="110" y="52"/>
                  <a:pt x="112" y="52"/>
                  <a:pt x="112" y="55"/>
                </a:cubicBezTo>
                <a:cubicBezTo>
                  <a:pt x="111" y="58"/>
                  <a:pt x="108" y="62"/>
                  <a:pt x="107" y="58"/>
                </a:cubicBezTo>
                <a:cubicBezTo>
                  <a:pt x="105" y="54"/>
                  <a:pt x="109" y="51"/>
                  <a:pt x="106" y="50"/>
                </a:cubicBezTo>
                <a:cubicBezTo>
                  <a:pt x="103" y="50"/>
                  <a:pt x="101" y="51"/>
                  <a:pt x="101" y="51"/>
                </a:cubicBezTo>
                <a:cubicBezTo>
                  <a:pt x="101" y="51"/>
                  <a:pt x="99" y="49"/>
                  <a:pt x="96" y="48"/>
                </a:cubicBezTo>
                <a:cubicBezTo>
                  <a:pt x="94" y="47"/>
                  <a:pt x="93" y="46"/>
                  <a:pt x="95" y="43"/>
                </a:cubicBezTo>
                <a:cubicBezTo>
                  <a:pt x="97" y="40"/>
                  <a:pt x="102" y="37"/>
                  <a:pt x="105" y="36"/>
                </a:cubicBezTo>
                <a:cubicBezTo>
                  <a:pt x="108" y="34"/>
                  <a:pt x="110" y="35"/>
                  <a:pt x="109" y="32"/>
                </a:cubicBezTo>
                <a:cubicBezTo>
                  <a:pt x="108" y="30"/>
                  <a:pt x="104" y="30"/>
                  <a:pt x="101" y="31"/>
                </a:cubicBezTo>
                <a:cubicBezTo>
                  <a:pt x="98" y="32"/>
                  <a:pt x="94" y="34"/>
                  <a:pt x="91" y="32"/>
                </a:cubicBezTo>
                <a:cubicBezTo>
                  <a:pt x="90" y="32"/>
                  <a:pt x="89" y="31"/>
                  <a:pt x="88" y="30"/>
                </a:cubicBezTo>
                <a:cubicBezTo>
                  <a:pt x="98" y="26"/>
                  <a:pt x="109" y="23"/>
                  <a:pt x="120" y="22"/>
                </a:cubicBezTo>
                <a:cubicBezTo>
                  <a:pt x="120" y="23"/>
                  <a:pt x="121" y="23"/>
                  <a:pt x="122" y="23"/>
                </a:cubicBezTo>
                <a:cubicBezTo>
                  <a:pt x="125" y="24"/>
                  <a:pt x="127" y="25"/>
                  <a:pt x="130" y="27"/>
                </a:cubicBezTo>
                <a:cubicBezTo>
                  <a:pt x="132" y="29"/>
                  <a:pt x="133" y="31"/>
                  <a:pt x="133" y="31"/>
                </a:cubicBezTo>
                <a:cubicBezTo>
                  <a:pt x="133" y="32"/>
                  <a:pt x="132" y="31"/>
                  <a:pt x="132" y="33"/>
                </a:cubicBezTo>
                <a:cubicBezTo>
                  <a:pt x="133" y="35"/>
                  <a:pt x="135" y="37"/>
                  <a:pt x="139" y="39"/>
                </a:cubicBezTo>
                <a:cubicBezTo>
                  <a:pt x="142" y="40"/>
                  <a:pt x="145" y="41"/>
                  <a:pt x="145" y="39"/>
                </a:cubicBezTo>
                <a:cubicBezTo>
                  <a:pt x="144" y="36"/>
                  <a:pt x="142" y="34"/>
                  <a:pt x="143" y="33"/>
                </a:cubicBezTo>
                <a:cubicBezTo>
                  <a:pt x="144" y="32"/>
                  <a:pt x="146" y="33"/>
                  <a:pt x="145" y="31"/>
                </a:cubicBezTo>
                <a:cubicBezTo>
                  <a:pt x="145" y="29"/>
                  <a:pt x="145" y="26"/>
                  <a:pt x="141" y="23"/>
                </a:cubicBezTo>
                <a:cubicBezTo>
                  <a:pt x="141" y="23"/>
                  <a:pt x="141" y="23"/>
                  <a:pt x="141" y="23"/>
                </a:cubicBezTo>
                <a:cubicBezTo>
                  <a:pt x="155" y="25"/>
                  <a:pt x="169" y="29"/>
                  <a:pt x="181" y="36"/>
                </a:cubicBezTo>
                <a:cubicBezTo>
                  <a:pt x="185" y="40"/>
                  <a:pt x="188" y="41"/>
                  <a:pt x="188" y="45"/>
                </a:cubicBezTo>
                <a:cubicBezTo>
                  <a:pt x="189" y="50"/>
                  <a:pt x="197" y="52"/>
                  <a:pt x="197" y="54"/>
                </a:cubicBezTo>
                <a:cubicBezTo>
                  <a:pt x="196" y="55"/>
                  <a:pt x="193" y="57"/>
                  <a:pt x="196" y="61"/>
                </a:cubicBezTo>
                <a:cubicBezTo>
                  <a:pt x="199" y="64"/>
                  <a:pt x="204" y="71"/>
                  <a:pt x="204" y="67"/>
                </a:cubicBezTo>
                <a:cubicBezTo>
                  <a:pt x="205" y="63"/>
                  <a:pt x="197" y="54"/>
                  <a:pt x="199" y="52"/>
                </a:cubicBezTo>
                <a:cubicBezTo>
                  <a:pt x="200" y="51"/>
                  <a:pt x="201" y="52"/>
                  <a:pt x="202" y="52"/>
                </a:cubicBezTo>
                <a:cubicBezTo>
                  <a:pt x="205" y="56"/>
                  <a:pt x="209" y="60"/>
                  <a:pt x="212" y="64"/>
                </a:cubicBezTo>
                <a:cubicBezTo>
                  <a:pt x="212" y="67"/>
                  <a:pt x="211" y="70"/>
                  <a:pt x="209" y="70"/>
                </a:cubicBezTo>
                <a:cubicBezTo>
                  <a:pt x="206" y="72"/>
                  <a:pt x="208" y="75"/>
                  <a:pt x="209" y="79"/>
                </a:cubicBezTo>
                <a:cubicBezTo>
                  <a:pt x="209" y="84"/>
                  <a:pt x="204" y="94"/>
                  <a:pt x="206" y="100"/>
                </a:cubicBezTo>
                <a:cubicBezTo>
                  <a:pt x="207" y="105"/>
                  <a:pt x="213" y="108"/>
                  <a:pt x="214" y="113"/>
                </a:cubicBezTo>
                <a:cubicBezTo>
                  <a:pt x="215" y="118"/>
                  <a:pt x="214" y="117"/>
                  <a:pt x="220" y="123"/>
                </a:cubicBezTo>
                <a:cubicBezTo>
                  <a:pt x="226" y="128"/>
                  <a:pt x="231" y="129"/>
                  <a:pt x="234" y="126"/>
                </a:cubicBezTo>
                <a:cubicBezTo>
                  <a:pt x="234" y="127"/>
                  <a:pt x="234" y="128"/>
                  <a:pt x="234" y="128"/>
                </a:cubicBezTo>
                <a:cubicBezTo>
                  <a:pt x="234" y="187"/>
                  <a:pt x="186" y="234"/>
                  <a:pt x="128" y="234"/>
                </a:cubicBezTo>
                <a:close/>
              </a:path>
            </a:pathLst>
          </a:custGeom>
          <a:solidFill>
            <a:srgbClr val="004962"/>
          </a:solidFill>
          <a:ln>
            <a:noFill/>
          </a:ln>
          <a:extLst/>
        </p:spPr>
        <p:txBody>
          <a:bodyPr vert="horz" wrap="square" lIns="91440" tIns="45720" rIns="91440" bIns="45720" numCol="1" anchor="t" anchorCtr="0" compatLnSpc="1">
            <a:prstTxWarp prst="textNoShape">
              <a:avLst/>
            </a:prstTxWarp>
          </a:bodyPr>
          <a:lstStyle/>
          <a:p>
            <a:endParaRPr lang="en-IE"/>
          </a:p>
        </p:txBody>
      </p:sp>
      <p:sp>
        <p:nvSpPr>
          <p:cNvPr id="2" name="Title 1"/>
          <p:cNvSpPr>
            <a:spLocks noGrp="1"/>
          </p:cNvSpPr>
          <p:nvPr>
            <p:ph type="title"/>
          </p:nvPr>
        </p:nvSpPr>
        <p:spPr/>
        <p:txBody>
          <a:bodyPr/>
          <a:lstStyle/>
          <a:p>
            <a:r>
              <a:rPr lang="en-US" dirty="0" err="1"/>
              <a:t>gitlab</a:t>
            </a:r>
            <a:endParaRPr lang="en-US" dirty="0"/>
          </a:p>
        </p:txBody>
      </p:sp>
      <p:sp>
        <p:nvSpPr>
          <p:cNvPr id="3" name="Text Placeholder 2"/>
          <p:cNvSpPr>
            <a:spLocks noGrp="1"/>
          </p:cNvSpPr>
          <p:nvPr>
            <p:ph type="body" sz="quarter" idx="10"/>
          </p:nvPr>
        </p:nvSpPr>
        <p:spPr>
          <a:xfrm>
            <a:off x="381000" y="1014984"/>
            <a:ext cx="11430000" cy="395908"/>
          </a:xfrm>
        </p:spPr>
        <p:txBody>
          <a:bodyPr/>
          <a:lstStyle/>
          <a:p>
            <a:r>
              <a:rPr lang="en-US" dirty="0"/>
              <a:t>Features</a:t>
            </a:r>
          </a:p>
        </p:txBody>
      </p:sp>
      <p:sp>
        <p:nvSpPr>
          <p:cNvPr id="4" name="Footer Placeholder 3"/>
          <p:cNvSpPr>
            <a:spLocks noGrp="1"/>
          </p:cNvSpPr>
          <p:nvPr>
            <p:ph type="ftr" sz="quarter" idx="3"/>
          </p:nvPr>
        </p:nvSpPr>
        <p:spPr>
          <a:xfrm>
            <a:off x="381002" y="6576387"/>
            <a:ext cx="5714999" cy="206375"/>
          </a:xfrm>
        </p:spPr>
        <p:txBody>
          <a:bodyPr/>
          <a:lstStyle/>
          <a:p>
            <a:r>
              <a:rPr lang="en-US"/>
              <a:t>Copyright © 2017 Accenture  All rights reserved.</a:t>
            </a:r>
            <a:endParaRPr lang="en-US" dirty="0"/>
          </a:p>
        </p:txBody>
      </p:sp>
      <p:sp>
        <p:nvSpPr>
          <p:cNvPr id="5" name="Slide Number Placeholder 4"/>
          <p:cNvSpPr>
            <a:spLocks noGrp="1"/>
          </p:cNvSpPr>
          <p:nvPr>
            <p:ph type="sldNum" sz="quarter" idx="4"/>
          </p:nvPr>
        </p:nvSpPr>
        <p:spPr/>
        <p:txBody>
          <a:bodyPr/>
          <a:lstStyle/>
          <a:p>
            <a:fld id="{4F9AC08D-23A9-440E-BCB9-AA1E9877CC38}" type="slidenum">
              <a:rPr lang="en-US" smtClean="0"/>
              <a:pPr/>
              <a:t>6</a:t>
            </a:fld>
            <a:endParaRPr lang="en-US" dirty="0"/>
          </a:p>
        </p:txBody>
      </p:sp>
      <p:sp>
        <p:nvSpPr>
          <p:cNvPr id="46" name="TextBox 45">
            <a:extLst>
              <a:ext uri="{FF2B5EF4-FFF2-40B4-BE49-F238E27FC236}">
                <a16:creationId xmlns:a16="http://schemas.microsoft.com/office/drawing/2014/main" id="{6320123F-4C45-44FC-BF8C-716005E7DD6A}"/>
              </a:ext>
            </a:extLst>
          </p:cNvPr>
          <p:cNvSpPr txBox="1"/>
          <p:nvPr/>
        </p:nvSpPr>
        <p:spPr>
          <a:xfrm>
            <a:off x="2328672" y="4636008"/>
            <a:ext cx="2342478" cy="369332"/>
          </a:xfrm>
          <a:prstGeom prst="rect">
            <a:avLst/>
          </a:prstGeom>
          <a:noFill/>
        </p:spPr>
        <p:txBody>
          <a:bodyPr wrap="square" rtlCol="0">
            <a:spAutoFit/>
          </a:bodyPr>
          <a:lstStyle/>
          <a:p>
            <a:pPr algn="ctr"/>
            <a:r>
              <a:rPr lang="en-US" b="1" dirty="0">
                <a:solidFill>
                  <a:schemeClr val="bg1"/>
                </a:solidFill>
              </a:rPr>
              <a:t>WIKIS</a:t>
            </a:r>
          </a:p>
        </p:txBody>
      </p:sp>
      <p:sp>
        <p:nvSpPr>
          <p:cNvPr id="28" name="TextBox 27">
            <a:extLst>
              <a:ext uri="{FF2B5EF4-FFF2-40B4-BE49-F238E27FC236}">
                <a16:creationId xmlns:a16="http://schemas.microsoft.com/office/drawing/2014/main" id="{65DD71F4-7E3E-4525-A830-DAAF44C9D116}"/>
              </a:ext>
            </a:extLst>
          </p:cNvPr>
          <p:cNvSpPr txBox="1"/>
          <p:nvPr/>
        </p:nvSpPr>
        <p:spPr>
          <a:xfrm>
            <a:off x="5548124" y="1787241"/>
            <a:ext cx="5961888" cy="3970318"/>
          </a:xfrm>
          <a:prstGeom prst="rect">
            <a:avLst/>
          </a:prstGeom>
          <a:noFill/>
        </p:spPr>
        <p:txBody>
          <a:bodyPr wrap="square" rtlCol="0">
            <a:spAutoFit/>
          </a:bodyPr>
          <a:lstStyle/>
          <a:p>
            <a:pPr marL="285750" indent="-285750" algn="just">
              <a:buFont typeface="Arial" panose="020B0604020202020204" pitchFamily="34" charset="0"/>
              <a:buChar char="•"/>
            </a:pPr>
            <a:r>
              <a:rPr lang="en-US" dirty="0">
                <a:solidFill>
                  <a:schemeClr val="bg1"/>
                </a:solidFill>
              </a:rPr>
              <a:t>A separate system for documentation called Wiki, is built right into each </a:t>
            </a:r>
            <a:r>
              <a:rPr lang="en-US" dirty="0" err="1">
                <a:solidFill>
                  <a:schemeClr val="bg1"/>
                </a:solidFill>
              </a:rPr>
              <a:t>GitLab</a:t>
            </a:r>
            <a:r>
              <a:rPr lang="en-US" dirty="0">
                <a:solidFill>
                  <a:schemeClr val="bg1"/>
                </a:solidFill>
              </a:rPr>
              <a:t> project. It is enabled by default on all new projects and you can find it under Wiki in your project.</a:t>
            </a:r>
          </a:p>
          <a:p>
            <a:pPr marL="285750" indent="-285750" algn="just">
              <a:buFont typeface="Arial" panose="020B0604020202020204" pitchFamily="34" charset="0"/>
              <a:buChar char="•"/>
            </a:pPr>
            <a:endParaRPr lang="en-US" dirty="0">
              <a:solidFill>
                <a:schemeClr val="bg1"/>
              </a:solidFill>
            </a:endParaRPr>
          </a:p>
          <a:p>
            <a:pPr marL="285750" indent="-285750" algn="just">
              <a:buFont typeface="Arial" panose="020B0604020202020204" pitchFamily="34" charset="0"/>
              <a:buChar char="•"/>
            </a:pPr>
            <a:r>
              <a:rPr lang="en-US" dirty="0">
                <a:solidFill>
                  <a:schemeClr val="bg1"/>
                </a:solidFill>
              </a:rPr>
              <a:t>Wikis are very convenient if you don't want to keep your documentation in your repository, but you do want to keep it in the same project where your code resides.</a:t>
            </a:r>
          </a:p>
          <a:p>
            <a:pPr marL="285750" indent="-285750" algn="just">
              <a:buFont typeface="Arial" panose="020B0604020202020204" pitchFamily="34" charset="0"/>
              <a:buChar char="•"/>
            </a:pPr>
            <a:endParaRPr lang="en-US" dirty="0">
              <a:solidFill>
                <a:schemeClr val="bg1"/>
              </a:solidFill>
            </a:endParaRPr>
          </a:p>
          <a:p>
            <a:pPr marL="285750" indent="-285750" algn="just">
              <a:buFont typeface="Arial" panose="020B0604020202020204" pitchFamily="34" charset="0"/>
              <a:buChar char="•"/>
            </a:pPr>
            <a:r>
              <a:rPr lang="en-US" dirty="0">
                <a:solidFill>
                  <a:schemeClr val="bg1"/>
                </a:solidFill>
              </a:rPr>
              <a:t>You can create Wiki pages in the web interface or locally using Git since every Wiki is a separate Git repository.</a:t>
            </a:r>
          </a:p>
          <a:p>
            <a:pPr marL="285750" indent="-285750" algn="just">
              <a:buFont typeface="Arial" panose="020B0604020202020204" pitchFamily="34" charset="0"/>
              <a:buChar char="•"/>
            </a:pPr>
            <a:endParaRPr lang="en-US" dirty="0">
              <a:solidFill>
                <a:schemeClr val="bg1"/>
              </a:solidFill>
            </a:endParaRPr>
          </a:p>
        </p:txBody>
      </p:sp>
    </p:spTree>
    <p:extLst>
      <p:ext uri="{BB962C8B-B14F-4D97-AF65-F5344CB8AC3E}">
        <p14:creationId xmlns:p14="http://schemas.microsoft.com/office/powerpoint/2010/main" val="3473951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0EABB658-B835-45E7-890B-2A8A8601F693}"/>
              </a:ext>
            </a:extLst>
          </p:cNvPr>
          <p:cNvGrpSpPr/>
          <p:nvPr/>
        </p:nvGrpSpPr>
        <p:grpSpPr>
          <a:xfrm>
            <a:off x="2683057" y="2258568"/>
            <a:ext cx="1620719" cy="1886904"/>
            <a:chOff x="5846623" y="4384347"/>
            <a:chExt cx="1422512" cy="1658175"/>
          </a:xfrm>
        </p:grpSpPr>
        <p:sp>
          <p:nvSpPr>
            <p:cNvPr id="13" name="Freeform 8">
              <a:extLst>
                <a:ext uri="{FF2B5EF4-FFF2-40B4-BE49-F238E27FC236}">
                  <a16:creationId xmlns:a16="http://schemas.microsoft.com/office/drawing/2014/main" id="{CDB99E44-4C95-48B7-8EEB-0F683B43BBB8}"/>
                </a:ext>
              </a:extLst>
            </p:cNvPr>
            <p:cNvSpPr>
              <a:spLocks/>
            </p:cNvSpPr>
            <p:nvPr/>
          </p:nvSpPr>
          <p:spPr bwMode="auto">
            <a:xfrm>
              <a:off x="5846623" y="4384347"/>
              <a:ext cx="1422512" cy="1658175"/>
            </a:xfrm>
            <a:custGeom>
              <a:avLst/>
              <a:gdLst>
                <a:gd name="T0" fmla="*/ 176 w 352"/>
                <a:gd name="T1" fmla="*/ 0 h 410"/>
                <a:gd name="T2" fmla="*/ 0 w 352"/>
                <a:gd name="T3" fmla="*/ 176 h 410"/>
                <a:gd name="T4" fmla="*/ 121 w 352"/>
                <a:gd name="T5" fmla="*/ 343 h 410"/>
                <a:gd name="T6" fmla="*/ 165 w 352"/>
                <a:gd name="T7" fmla="*/ 398 h 410"/>
                <a:gd name="T8" fmla="*/ 176 w 352"/>
                <a:gd name="T9" fmla="*/ 410 h 410"/>
                <a:gd name="T10" fmla="*/ 186 w 352"/>
                <a:gd name="T11" fmla="*/ 398 h 410"/>
                <a:gd name="T12" fmla="*/ 230 w 352"/>
                <a:gd name="T13" fmla="*/ 343 h 410"/>
                <a:gd name="T14" fmla="*/ 352 w 352"/>
                <a:gd name="T15" fmla="*/ 176 h 410"/>
                <a:gd name="T16" fmla="*/ 176 w 352"/>
                <a:gd name="T17" fmla="*/ 0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10">
                  <a:moveTo>
                    <a:pt x="176" y="0"/>
                  </a:moveTo>
                  <a:cubicBezTo>
                    <a:pt x="79" y="0"/>
                    <a:pt x="0" y="78"/>
                    <a:pt x="0" y="176"/>
                  </a:cubicBezTo>
                  <a:cubicBezTo>
                    <a:pt x="0" y="251"/>
                    <a:pt x="50" y="320"/>
                    <a:pt x="121" y="343"/>
                  </a:cubicBezTo>
                  <a:cubicBezTo>
                    <a:pt x="136" y="363"/>
                    <a:pt x="151" y="382"/>
                    <a:pt x="165" y="398"/>
                  </a:cubicBezTo>
                  <a:cubicBezTo>
                    <a:pt x="176" y="410"/>
                    <a:pt x="176" y="410"/>
                    <a:pt x="176" y="410"/>
                  </a:cubicBezTo>
                  <a:cubicBezTo>
                    <a:pt x="186" y="398"/>
                    <a:pt x="186" y="398"/>
                    <a:pt x="186" y="398"/>
                  </a:cubicBezTo>
                  <a:cubicBezTo>
                    <a:pt x="201" y="382"/>
                    <a:pt x="216" y="363"/>
                    <a:pt x="230" y="343"/>
                  </a:cubicBezTo>
                  <a:cubicBezTo>
                    <a:pt x="302" y="320"/>
                    <a:pt x="352" y="251"/>
                    <a:pt x="352" y="176"/>
                  </a:cubicBezTo>
                  <a:cubicBezTo>
                    <a:pt x="352" y="78"/>
                    <a:pt x="273" y="0"/>
                    <a:pt x="176" y="0"/>
                  </a:cubicBezTo>
                  <a:close/>
                </a:path>
              </a:pathLst>
            </a:custGeom>
            <a:solidFill>
              <a:srgbClr val="FF0000"/>
            </a:solidFill>
            <a:ln>
              <a:noFill/>
            </a:ln>
            <a:extLst/>
          </p:spPr>
          <p:txBody>
            <a:bodyPr vert="horz" wrap="square" lIns="91440" tIns="45720" rIns="91440" bIns="45720" numCol="1" anchor="t" anchorCtr="0" compatLnSpc="1">
              <a:prstTxWarp prst="textNoShape">
                <a:avLst/>
              </a:prstTxWarp>
            </a:bodyPr>
            <a:lstStyle/>
            <a:p>
              <a:endParaRPr lang="en-IE"/>
            </a:p>
          </p:txBody>
        </p:sp>
        <p:sp>
          <p:nvSpPr>
            <p:cNvPr id="14" name="Oval 13">
              <a:extLst>
                <a:ext uri="{FF2B5EF4-FFF2-40B4-BE49-F238E27FC236}">
                  <a16:creationId xmlns:a16="http://schemas.microsoft.com/office/drawing/2014/main" id="{ABD4EFF2-12AA-44E2-AA52-14374209B8D8}"/>
                </a:ext>
              </a:extLst>
            </p:cNvPr>
            <p:cNvSpPr/>
            <p:nvPr/>
          </p:nvSpPr>
          <p:spPr>
            <a:xfrm>
              <a:off x="5943516" y="4483580"/>
              <a:ext cx="1228725" cy="1228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1651C88F-8102-4208-AA64-DF0B79B9E75F}"/>
              </a:ext>
            </a:extLst>
          </p:cNvPr>
          <p:cNvGrpSpPr/>
          <p:nvPr/>
        </p:nvGrpSpPr>
        <p:grpSpPr>
          <a:xfrm>
            <a:off x="3143514" y="2622009"/>
            <a:ext cx="699804" cy="794735"/>
            <a:chOff x="2774438" y="4397257"/>
            <a:chExt cx="846674" cy="962708"/>
          </a:xfrm>
        </p:grpSpPr>
        <p:sp>
          <p:nvSpPr>
            <p:cNvPr id="16" name="Freeform 20">
              <a:extLst>
                <a:ext uri="{FF2B5EF4-FFF2-40B4-BE49-F238E27FC236}">
                  <a16:creationId xmlns:a16="http://schemas.microsoft.com/office/drawing/2014/main" id="{036C0CB9-AE6D-4486-9184-793FE4DBEE74}"/>
                </a:ext>
              </a:extLst>
            </p:cNvPr>
            <p:cNvSpPr>
              <a:spLocks noEditPoints="1"/>
            </p:cNvSpPr>
            <p:nvPr/>
          </p:nvSpPr>
          <p:spPr bwMode="auto">
            <a:xfrm>
              <a:off x="2774438" y="4645544"/>
              <a:ext cx="678614" cy="714421"/>
            </a:xfrm>
            <a:custGeom>
              <a:avLst/>
              <a:gdLst>
                <a:gd name="T0" fmla="*/ 40 w 168"/>
                <a:gd name="T1" fmla="*/ 0 h 177"/>
                <a:gd name="T2" fmla="*/ 157 w 168"/>
                <a:gd name="T3" fmla="*/ 0 h 177"/>
                <a:gd name="T4" fmla="*/ 168 w 168"/>
                <a:gd name="T5" fmla="*/ 11 h 177"/>
                <a:gd name="T6" fmla="*/ 168 w 168"/>
                <a:gd name="T7" fmla="*/ 120 h 177"/>
                <a:gd name="T8" fmla="*/ 157 w 168"/>
                <a:gd name="T9" fmla="*/ 132 h 177"/>
                <a:gd name="T10" fmla="*/ 147 w 168"/>
                <a:gd name="T11" fmla="*/ 132 h 177"/>
                <a:gd name="T12" fmla="*/ 147 w 168"/>
                <a:gd name="T13" fmla="*/ 117 h 177"/>
                <a:gd name="T14" fmla="*/ 152 w 168"/>
                <a:gd name="T15" fmla="*/ 117 h 177"/>
                <a:gd name="T16" fmla="*/ 153 w 168"/>
                <a:gd name="T17" fmla="*/ 115 h 177"/>
                <a:gd name="T18" fmla="*/ 153 w 168"/>
                <a:gd name="T19" fmla="*/ 39 h 177"/>
                <a:gd name="T20" fmla="*/ 152 w 168"/>
                <a:gd name="T21" fmla="*/ 38 h 177"/>
                <a:gd name="T22" fmla="*/ 128 w 168"/>
                <a:gd name="T23" fmla="*/ 38 h 177"/>
                <a:gd name="T24" fmla="*/ 29 w 168"/>
                <a:gd name="T25" fmla="*/ 38 h 177"/>
                <a:gd name="T26" fmla="*/ 29 w 168"/>
                <a:gd name="T27" fmla="*/ 11 h 177"/>
                <a:gd name="T28" fmla="*/ 40 w 168"/>
                <a:gd name="T29" fmla="*/ 0 h 177"/>
                <a:gd name="T30" fmla="*/ 11 w 168"/>
                <a:gd name="T31" fmla="*/ 45 h 177"/>
                <a:gd name="T32" fmla="*/ 0 w 168"/>
                <a:gd name="T33" fmla="*/ 57 h 177"/>
                <a:gd name="T34" fmla="*/ 0 w 168"/>
                <a:gd name="T35" fmla="*/ 166 h 177"/>
                <a:gd name="T36" fmla="*/ 11 w 168"/>
                <a:gd name="T37" fmla="*/ 177 h 177"/>
                <a:gd name="T38" fmla="*/ 128 w 168"/>
                <a:gd name="T39" fmla="*/ 177 h 177"/>
                <a:gd name="T40" fmla="*/ 140 w 168"/>
                <a:gd name="T41" fmla="*/ 166 h 177"/>
                <a:gd name="T42" fmla="*/ 140 w 168"/>
                <a:gd name="T43" fmla="*/ 57 h 177"/>
                <a:gd name="T44" fmla="*/ 128 w 168"/>
                <a:gd name="T45" fmla="*/ 45 h 177"/>
                <a:gd name="T46" fmla="*/ 11 w 168"/>
                <a:gd name="T47" fmla="*/ 45 h 177"/>
                <a:gd name="T48" fmla="*/ 125 w 168"/>
                <a:gd name="T49" fmla="*/ 85 h 177"/>
                <a:gd name="T50" fmla="*/ 123 w 168"/>
                <a:gd name="T51" fmla="*/ 83 h 177"/>
                <a:gd name="T52" fmla="*/ 17 w 168"/>
                <a:gd name="T53" fmla="*/ 83 h 177"/>
                <a:gd name="T54" fmla="*/ 15 w 168"/>
                <a:gd name="T55" fmla="*/ 85 h 177"/>
                <a:gd name="T56" fmla="*/ 15 w 168"/>
                <a:gd name="T57" fmla="*/ 161 h 177"/>
                <a:gd name="T58" fmla="*/ 17 w 168"/>
                <a:gd name="T59" fmla="*/ 162 h 177"/>
                <a:gd name="T60" fmla="*/ 123 w 168"/>
                <a:gd name="T61" fmla="*/ 162 h 177"/>
                <a:gd name="T62" fmla="*/ 125 w 168"/>
                <a:gd name="T63" fmla="*/ 161 h 177"/>
                <a:gd name="T64" fmla="*/ 125 w 168"/>
                <a:gd name="T65" fmla="*/ 85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8" h="177">
                  <a:moveTo>
                    <a:pt x="40" y="0"/>
                  </a:moveTo>
                  <a:cubicBezTo>
                    <a:pt x="157" y="0"/>
                    <a:pt x="157" y="0"/>
                    <a:pt x="157" y="0"/>
                  </a:cubicBezTo>
                  <a:cubicBezTo>
                    <a:pt x="163" y="0"/>
                    <a:pt x="168" y="5"/>
                    <a:pt x="168" y="11"/>
                  </a:cubicBezTo>
                  <a:cubicBezTo>
                    <a:pt x="168" y="54"/>
                    <a:pt x="168" y="78"/>
                    <a:pt x="168" y="120"/>
                  </a:cubicBezTo>
                  <a:cubicBezTo>
                    <a:pt x="168" y="127"/>
                    <a:pt x="163" y="132"/>
                    <a:pt x="157" y="132"/>
                  </a:cubicBezTo>
                  <a:cubicBezTo>
                    <a:pt x="147" y="132"/>
                    <a:pt x="147" y="132"/>
                    <a:pt x="147" y="132"/>
                  </a:cubicBezTo>
                  <a:cubicBezTo>
                    <a:pt x="147" y="117"/>
                    <a:pt x="147" y="117"/>
                    <a:pt x="147" y="117"/>
                  </a:cubicBezTo>
                  <a:cubicBezTo>
                    <a:pt x="152" y="117"/>
                    <a:pt x="152" y="117"/>
                    <a:pt x="152" y="117"/>
                  </a:cubicBezTo>
                  <a:cubicBezTo>
                    <a:pt x="153" y="117"/>
                    <a:pt x="153" y="116"/>
                    <a:pt x="153" y="115"/>
                  </a:cubicBezTo>
                  <a:cubicBezTo>
                    <a:pt x="153" y="76"/>
                    <a:pt x="153" y="78"/>
                    <a:pt x="153" y="39"/>
                  </a:cubicBezTo>
                  <a:cubicBezTo>
                    <a:pt x="153" y="38"/>
                    <a:pt x="153" y="38"/>
                    <a:pt x="152" y="38"/>
                  </a:cubicBezTo>
                  <a:cubicBezTo>
                    <a:pt x="128" y="38"/>
                    <a:pt x="128" y="38"/>
                    <a:pt x="128" y="38"/>
                  </a:cubicBezTo>
                  <a:cubicBezTo>
                    <a:pt x="91" y="38"/>
                    <a:pt x="66" y="38"/>
                    <a:pt x="29" y="38"/>
                  </a:cubicBezTo>
                  <a:cubicBezTo>
                    <a:pt x="29" y="11"/>
                    <a:pt x="29" y="11"/>
                    <a:pt x="29" y="11"/>
                  </a:cubicBezTo>
                  <a:cubicBezTo>
                    <a:pt x="29" y="5"/>
                    <a:pt x="34" y="0"/>
                    <a:pt x="40" y="0"/>
                  </a:cubicBezTo>
                  <a:close/>
                  <a:moveTo>
                    <a:pt x="11" y="45"/>
                  </a:moveTo>
                  <a:cubicBezTo>
                    <a:pt x="5" y="45"/>
                    <a:pt x="0" y="50"/>
                    <a:pt x="0" y="57"/>
                  </a:cubicBezTo>
                  <a:cubicBezTo>
                    <a:pt x="0" y="166"/>
                    <a:pt x="0" y="166"/>
                    <a:pt x="0" y="166"/>
                  </a:cubicBezTo>
                  <a:cubicBezTo>
                    <a:pt x="0" y="172"/>
                    <a:pt x="5" y="177"/>
                    <a:pt x="11" y="177"/>
                  </a:cubicBezTo>
                  <a:cubicBezTo>
                    <a:pt x="54" y="177"/>
                    <a:pt x="85" y="177"/>
                    <a:pt x="128" y="177"/>
                  </a:cubicBezTo>
                  <a:cubicBezTo>
                    <a:pt x="134" y="177"/>
                    <a:pt x="140" y="172"/>
                    <a:pt x="140" y="166"/>
                  </a:cubicBezTo>
                  <a:cubicBezTo>
                    <a:pt x="140" y="123"/>
                    <a:pt x="140" y="99"/>
                    <a:pt x="140" y="57"/>
                  </a:cubicBezTo>
                  <a:cubicBezTo>
                    <a:pt x="140" y="50"/>
                    <a:pt x="134" y="45"/>
                    <a:pt x="128" y="45"/>
                  </a:cubicBezTo>
                  <a:cubicBezTo>
                    <a:pt x="11" y="45"/>
                    <a:pt x="11" y="45"/>
                    <a:pt x="11" y="45"/>
                  </a:cubicBezTo>
                  <a:close/>
                  <a:moveTo>
                    <a:pt x="125" y="85"/>
                  </a:moveTo>
                  <a:cubicBezTo>
                    <a:pt x="125" y="84"/>
                    <a:pt x="124" y="83"/>
                    <a:pt x="123" y="83"/>
                  </a:cubicBezTo>
                  <a:cubicBezTo>
                    <a:pt x="17" y="83"/>
                    <a:pt x="17" y="83"/>
                    <a:pt x="17" y="83"/>
                  </a:cubicBezTo>
                  <a:cubicBezTo>
                    <a:pt x="16" y="83"/>
                    <a:pt x="15" y="84"/>
                    <a:pt x="15" y="85"/>
                  </a:cubicBezTo>
                  <a:cubicBezTo>
                    <a:pt x="15" y="161"/>
                    <a:pt x="15" y="161"/>
                    <a:pt x="15" y="161"/>
                  </a:cubicBezTo>
                  <a:cubicBezTo>
                    <a:pt x="15" y="162"/>
                    <a:pt x="16" y="162"/>
                    <a:pt x="17" y="162"/>
                  </a:cubicBezTo>
                  <a:cubicBezTo>
                    <a:pt x="56" y="162"/>
                    <a:pt x="84" y="162"/>
                    <a:pt x="123" y="162"/>
                  </a:cubicBezTo>
                  <a:cubicBezTo>
                    <a:pt x="124" y="162"/>
                    <a:pt x="125" y="162"/>
                    <a:pt x="125" y="161"/>
                  </a:cubicBezTo>
                  <a:cubicBezTo>
                    <a:pt x="125" y="122"/>
                    <a:pt x="125" y="124"/>
                    <a:pt x="125" y="85"/>
                  </a:cubicBezTo>
                  <a:close/>
                </a:path>
              </a:pathLst>
            </a:custGeom>
            <a:solidFill>
              <a:srgbClr val="FF0000"/>
            </a:solidFill>
            <a:ln>
              <a:noFill/>
            </a:ln>
            <a:extLst/>
          </p:spPr>
          <p:txBody>
            <a:bodyPr vert="horz" wrap="square" lIns="91440" tIns="45720" rIns="91440" bIns="45720" numCol="1" anchor="t" anchorCtr="0" compatLnSpc="1">
              <a:prstTxWarp prst="textNoShape">
                <a:avLst/>
              </a:prstTxWarp>
            </a:bodyPr>
            <a:lstStyle/>
            <a:p>
              <a:endParaRPr lang="en-IE"/>
            </a:p>
          </p:txBody>
        </p:sp>
        <p:sp>
          <p:nvSpPr>
            <p:cNvPr id="17" name="Freeform 26">
              <a:extLst>
                <a:ext uri="{FF2B5EF4-FFF2-40B4-BE49-F238E27FC236}">
                  <a16:creationId xmlns:a16="http://schemas.microsoft.com/office/drawing/2014/main" id="{1B1EFBE2-D36D-41F4-B211-37D4F35D047B}"/>
                </a:ext>
              </a:extLst>
            </p:cNvPr>
            <p:cNvSpPr>
              <a:spLocks/>
            </p:cNvSpPr>
            <p:nvPr/>
          </p:nvSpPr>
          <p:spPr bwMode="auto">
            <a:xfrm>
              <a:off x="3266514" y="4397257"/>
              <a:ext cx="354598" cy="298294"/>
            </a:xfrm>
            <a:custGeom>
              <a:avLst/>
              <a:gdLst>
                <a:gd name="T0" fmla="*/ 90 w 125"/>
                <a:gd name="T1" fmla="*/ 13 h 105"/>
                <a:gd name="T2" fmla="*/ 21 w 125"/>
                <a:gd name="T3" fmla="*/ 31 h 105"/>
                <a:gd name="T4" fmla="*/ 10 w 125"/>
                <a:gd name="T5" fmla="*/ 21 h 105"/>
                <a:gd name="T6" fmla="*/ 0 w 125"/>
                <a:gd name="T7" fmla="*/ 76 h 105"/>
                <a:gd name="T8" fmla="*/ 53 w 125"/>
                <a:gd name="T9" fmla="*/ 58 h 105"/>
                <a:gd name="T10" fmla="*/ 40 w 125"/>
                <a:gd name="T11" fmla="*/ 48 h 105"/>
                <a:gd name="T12" fmla="*/ 74 w 125"/>
                <a:gd name="T13" fmla="*/ 34 h 105"/>
                <a:gd name="T14" fmla="*/ 87 w 125"/>
                <a:gd name="T15" fmla="*/ 105 h 105"/>
                <a:gd name="T16" fmla="*/ 88 w 125"/>
                <a:gd name="T17" fmla="*/ 105 h 105"/>
                <a:gd name="T18" fmla="*/ 90 w 125"/>
                <a:gd name="T19" fmla="*/ 1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 h="105">
                  <a:moveTo>
                    <a:pt x="90" y="13"/>
                  </a:moveTo>
                  <a:cubicBezTo>
                    <a:pt x="61" y="0"/>
                    <a:pt x="37" y="15"/>
                    <a:pt x="21" y="31"/>
                  </a:cubicBezTo>
                  <a:cubicBezTo>
                    <a:pt x="10" y="21"/>
                    <a:pt x="10" y="21"/>
                    <a:pt x="10" y="21"/>
                  </a:cubicBezTo>
                  <a:cubicBezTo>
                    <a:pt x="0" y="76"/>
                    <a:pt x="0" y="76"/>
                    <a:pt x="0" y="76"/>
                  </a:cubicBezTo>
                  <a:cubicBezTo>
                    <a:pt x="53" y="58"/>
                    <a:pt x="53" y="58"/>
                    <a:pt x="53" y="58"/>
                  </a:cubicBezTo>
                  <a:cubicBezTo>
                    <a:pt x="40" y="48"/>
                    <a:pt x="40" y="48"/>
                    <a:pt x="40" y="48"/>
                  </a:cubicBezTo>
                  <a:cubicBezTo>
                    <a:pt x="40" y="48"/>
                    <a:pt x="55" y="32"/>
                    <a:pt x="74" y="34"/>
                  </a:cubicBezTo>
                  <a:cubicBezTo>
                    <a:pt x="95" y="36"/>
                    <a:pt x="114" y="69"/>
                    <a:pt x="87" y="105"/>
                  </a:cubicBezTo>
                  <a:cubicBezTo>
                    <a:pt x="88" y="105"/>
                    <a:pt x="88" y="105"/>
                    <a:pt x="88" y="105"/>
                  </a:cubicBezTo>
                  <a:cubicBezTo>
                    <a:pt x="125" y="76"/>
                    <a:pt x="120" y="26"/>
                    <a:pt x="90" y="13"/>
                  </a:cubicBezTo>
                  <a:close/>
                </a:path>
              </a:pathLst>
            </a:custGeom>
            <a:solidFill>
              <a:srgbClr val="FF0000"/>
            </a:solidFill>
            <a:ln>
              <a:noFill/>
            </a:ln>
            <a:extLst/>
          </p:spPr>
          <p:txBody>
            <a:bodyPr vert="horz" wrap="square" lIns="91440" tIns="45720" rIns="91440" bIns="45720" numCol="1" anchor="t" anchorCtr="0" compatLnSpc="1">
              <a:prstTxWarp prst="textNoShape">
                <a:avLst/>
              </a:prstTxWarp>
            </a:bodyPr>
            <a:lstStyle/>
            <a:p>
              <a:endParaRPr lang="en-IE"/>
            </a:p>
          </p:txBody>
        </p:sp>
      </p:grpSp>
      <p:sp>
        <p:nvSpPr>
          <p:cNvPr id="2" name="Title 1"/>
          <p:cNvSpPr>
            <a:spLocks noGrp="1"/>
          </p:cNvSpPr>
          <p:nvPr>
            <p:ph type="title"/>
          </p:nvPr>
        </p:nvSpPr>
        <p:spPr/>
        <p:txBody>
          <a:bodyPr/>
          <a:lstStyle/>
          <a:p>
            <a:r>
              <a:rPr lang="en-US" dirty="0" err="1"/>
              <a:t>gitlab</a:t>
            </a:r>
            <a:endParaRPr lang="en-US" dirty="0"/>
          </a:p>
        </p:txBody>
      </p:sp>
      <p:sp>
        <p:nvSpPr>
          <p:cNvPr id="3" name="Text Placeholder 2"/>
          <p:cNvSpPr>
            <a:spLocks noGrp="1"/>
          </p:cNvSpPr>
          <p:nvPr>
            <p:ph type="body" sz="quarter" idx="10"/>
          </p:nvPr>
        </p:nvSpPr>
        <p:spPr>
          <a:xfrm>
            <a:off x="381000" y="1014984"/>
            <a:ext cx="11430000" cy="395908"/>
          </a:xfrm>
        </p:spPr>
        <p:txBody>
          <a:bodyPr/>
          <a:lstStyle/>
          <a:p>
            <a:r>
              <a:rPr lang="en-US" dirty="0"/>
              <a:t>Features</a:t>
            </a:r>
          </a:p>
        </p:txBody>
      </p:sp>
      <p:sp>
        <p:nvSpPr>
          <p:cNvPr id="4" name="Footer Placeholder 3"/>
          <p:cNvSpPr>
            <a:spLocks noGrp="1"/>
          </p:cNvSpPr>
          <p:nvPr>
            <p:ph type="ftr" sz="quarter" idx="3"/>
          </p:nvPr>
        </p:nvSpPr>
        <p:spPr>
          <a:xfrm>
            <a:off x="381002" y="6576387"/>
            <a:ext cx="5714999" cy="206375"/>
          </a:xfrm>
        </p:spPr>
        <p:txBody>
          <a:bodyPr/>
          <a:lstStyle/>
          <a:p>
            <a:r>
              <a:rPr lang="en-US"/>
              <a:t>Copyright © 2017 Accenture  All rights reserved.</a:t>
            </a:r>
            <a:endParaRPr lang="en-US" dirty="0"/>
          </a:p>
        </p:txBody>
      </p:sp>
      <p:sp>
        <p:nvSpPr>
          <p:cNvPr id="5" name="Slide Number Placeholder 4"/>
          <p:cNvSpPr>
            <a:spLocks noGrp="1"/>
          </p:cNvSpPr>
          <p:nvPr>
            <p:ph type="sldNum" sz="quarter" idx="4"/>
          </p:nvPr>
        </p:nvSpPr>
        <p:spPr/>
        <p:txBody>
          <a:bodyPr/>
          <a:lstStyle/>
          <a:p>
            <a:fld id="{4F9AC08D-23A9-440E-BCB9-AA1E9877CC38}" type="slidenum">
              <a:rPr lang="en-US" smtClean="0"/>
              <a:pPr/>
              <a:t>7</a:t>
            </a:fld>
            <a:endParaRPr lang="en-US" dirty="0"/>
          </a:p>
        </p:txBody>
      </p:sp>
      <p:sp>
        <p:nvSpPr>
          <p:cNvPr id="46" name="TextBox 45">
            <a:extLst>
              <a:ext uri="{FF2B5EF4-FFF2-40B4-BE49-F238E27FC236}">
                <a16:creationId xmlns:a16="http://schemas.microsoft.com/office/drawing/2014/main" id="{6320123F-4C45-44FC-BF8C-716005E7DD6A}"/>
              </a:ext>
            </a:extLst>
          </p:cNvPr>
          <p:cNvSpPr txBox="1"/>
          <p:nvPr/>
        </p:nvSpPr>
        <p:spPr>
          <a:xfrm>
            <a:off x="2328672" y="4636008"/>
            <a:ext cx="2342478" cy="646331"/>
          </a:xfrm>
          <a:prstGeom prst="rect">
            <a:avLst/>
          </a:prstGeom>
          <a:noFill/>
        </p:spPr>
        <p:txBody>
          <a:bodyPr wrap="square" rtlCol="0">
            <a:spAutoFit/>
          </a:bodyPr>
          <a:lstStyle/>
          <a:p>
            <a:pPr algn="ctr"/>
            <a:r>
              <a:rPr lang="en-US" b="1" dirty="0">
                <a:solidFill>
                  <a:schemeClr val="bg1"/>
                </a:solidFill>
              </a:rPr>
              <a:t>REPOSITORY</a:t>
            </a:r>
          </a:p>
          <a:p>
            <a:pPr algn="ctr"/>
            <a:r>
              <a:rPr lang="en-US" b="1" dirty="0">
                <a:solidFill>
                  <a:schemeClr val="bg1"/>
                </a:solidFill>
              </a:rPr>
              <a:t>MIRRORING</a:t>
            </a:r>
          </a:p>
        </p:txBody>
      </p:sp>
      <p:sp>
        <p:nvSpPr>
          <p:cNvPr id="28" name="TextBox 27">
            <a:extLst>
              <a:ext uri="{FF2B5EF4-FFF2-40B4-BE49-F238E27FC236}">
                <a16:creationId xmlns:a16="http://schemas.microsoft.com/office/drawing/2014/main" id="{65DD71F4-7E3E-4525-A830-DAAF44C9D116}"/>
              </a:ext>
            </a:extLst>
          </p:cNvPr>
          <p:cNvSpPr txBox="1"/>
          <p:nvPr/>
        </p:nvSpPr>
        <p:spPr>
          <a:xfrm>
            <a:off x="5427930" y="1217510"/>
            <a:ext cx="5961888" cy="5078313"/>
          </a:xfrm>
          <a:prstGeom prst="rect">
            <a:avLst/>
          </a:prstGeom>
          <a:noFill/>
        </p:spPr>
        <p:txBody>
          <a:bodyPr wrap="square" rtlCol="0">
            <a:spAutoFit/>
          </a:bodyPr>
          <a:lstStyle/>
          <a:p>
            <a:pPr marL="285750" indent="-285750" algn="just">
              <a:buFont typeface="Arial" panose="020B0604020202020204" pitchFamily="34" charset="0"/>
              <a:buChar char="•"/>
            </a:pPr>
            <a:r>
              <a:rPr lang="en-US" dirty="0">
                <a:solidFill>
                  <a:schemeClr val="bg1"/>
                </a:solidFill>
              </a:rPr>
              <a:t>Repository Mirroring is a way to mirror repositories from external sources. It can be used to mirror all branches, tags, and commits that you have in your repository.</a:t>
            </a:r>
          </a:p>
          <a:p>
            <a:pPr marL="285750" indent="-285750" algn="just">
              <a:buFont typeface="Arial" panose="020B0604020202020204" pitchFamily="34" charset="0"/>
              <a:buChar char="•"/>
            </a:pPr>
            <a:endParaRPr lang="en-US" dirty="0">
              <a:solidFill>
                <a:schemeClr val="bg1"/>
              </a:solidFill>
            </a:endParaRPr>
          </a:p>
          <a:p>
            <a:pPr marL="285750" indent="-285750" algn="just">
              <a:buFont typeface="Arial" panose="020B0604020202020204" pitchFamily="34" charset="0"/>
              <a:buChar char="•"/>
            </a:pPr>
            <a:r>
              <a:rPr lang="en-US" dirty="0">
                <a:solidFill>
                  <a:schemeClr val="bg1"/>
                </a:solidFill>
              </a:rPr>
              <a:t>Your mirror at </a:t>
            </a:r>
            <a:r>
              <a:rPr lang="en-US" dirty="0" err="1">
                <a:solidFill>
                  <a:schemeClr val="bg1"/>
                </a:solidFill>
              </a:rPr>
              <a:t>GitLab</a:t>
            </a:r>
            <a:r>
              <a:rPr lang="en-US" dirty="0">
                <a:solidFill>
                  <a:schemeClr val="bg1"/>
                </a:solidFill>
              </a:rPr>
              <a:t> will be updated automatically. You can also manually trigger an update at most once every 5 minutes.</a:t>
            </a:r>
          </a:p>
          <a:p>
            <a:pPr marL="285750" indent="-285750" algn="just">
              <a:buFont typeface="Arial" panose="020B0604020202020204" pitchFamily="34" charset="0"/>
              <a:buChar char="•"/>
            </a:pPr>
            <a:endParaRPr lang="en-US" dirty="0">
              <a:solidFill>
                <a:schemeClr val="bg1"/>
              </a:solidFill>
            </a:endParaRPr>
          </a:p>
          <a:p>
            <a:pPr marL="285750" indent="-285750" algn="just">
              <a:buFont typeface="Arial" panose="020B0604020202020204" pitchFamily="34" charset="0"/>
              <a:buChar char="•"/>
            </a:pPr>
            <a:r>
              <a:rPr lang="en-US" dirty="0">
                <a:solidFill>
                  <a:schemeClr val="bg1"/>
                </a:solidFill>
              </a:rPr>
              <a:t>Repository mirroring is very useful when, for some reason, you must use a project from another source.</a:t>
            </a:r>
          </a:p>
          <a:p>
            <a:pPr marL="285750" indent="-285750" algn="just">
              <a:buFont typeface="Arial" panose="020B0604020202020204" pitchFamily="34" charset="0"/>
              <a:buChar char="•"/>
            </a:pPr>
            <a:endParaRPr lang="en-US" dirty="0">
              <a:solidFill>
                <a:schemeClr val="bg1"/>
              </a:solidFill>
            </a:endParaRPr>
          </a:p>
          <a:p>
            <a:pPr marL="285750" indent="-285750" algn="just">
              <a:buFont typeface="Arial" panose="020B0604020202020204" pitchFamily="34" charset="0"/>
              <a:buChar char="•"/>
            </a:pPr>
            <a:r>
              <a:rPr lang="en-US" dirty="0">
                <a:solidFill>
                  <a:schemeClr val="bg1"/>
                </a:solidFill>
              </a:rPr>
              <a:t>There are two kinds of repository mirroring features supported by </a:t>
            </a:r>
            <a:r>
              <a:rPr lang="en-US" dirty="0" err="1">
                <a:solidFill>
                  <a:schemeClr val="bg1"/>
                </a:solidFill>
              </a:rPr>
              <a:t>GitLab</a:t>
            </a:r>
            <a:r>
              <a:rPr lang="en-US" dirty="0">
                <a:solidFill>
                  <a:schemeClr val="bg1"/>
                </a:solidFill>
              </a:rPr>
              <a:t>: push and pull. The push method mirrors the repository in </a:t>
            </a:r>
            <a:r>
              <a:rPr lang="en-US" dirty="0" err="1">
                <a:solidFill>
                  <a:schemeClr val="bg1"/>
                </a:solidFill>
              </a:rPr>
              <a:t>GitLab</a:t>
            </a:r>
            <a:r>
              <a:rPr lang="en-US" dirty="0">
                <a:solidFill>
                  <a:schemeClr val="bg1"/>
                </a:solidFill>
              </a:rPr>
              <a:t> to another location, whereas the pull method mirrors an external repository in one in </a:t>
            </a:r>
            <a:r>
              <a:rPr lang="en-US" dirty="0" err="1">
                <a:solidFill>
                  <a:schemeClr val="bg1"/>
                </a:solidFill>
              </a:rPr>
              <a:t>GitLab</a:t>
            </a:r>
            <a:r>
              <a:rPr lang="en-US" dirty="0">
                <a:solidFill>
                  <a:schemeClr val="bg1"/>
                </a:solidFill>
              </a:rPr>
              <a:t>.</a:t>
            </a:r>
          </a:p>
        </p:txBody>
      </p:sp>
    </p:spTree>
    <p:extLst>
      <p:ext uri="{BB962C8B-B14F-4D97-AF65-F5344CB8AC3E}">
        <p14:creationId xmlns:p14="http://schemas.microsoft.com/office/powerpoint/2010/main" val="3186148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525F1979-C3F3-41F9-9A14-03AF9859C6A0}"/>
              </a:ext>
            </a:extLst>
          </p:cNvPr>
          <p:cNvGrpSpPr/>
          <p:nvPr/>
        </p:nvGrpSpPr>
        <p:grpSpPr>
          <a:xfrm>
            <a:off x="2699322" y="2258568"/>
            <a:ext cx="1640869" cy="1865376"/>
            <a:chOff x="1795086" y="4266290"/>
            <a:chExt cx="1422512" cy="1658175"/>
          </a:xfrm>
        </p:grpSpPr>
        <p:sp>
          <p:nvSpPr>
            <p:cNvPr id="19" name="Freeform 8">
              <a:extLst>
                <a:ext uri="{FF2B5EF4-FFF2-40B4-BE49-F238E27FC236}">
                  <a16:creationId xmlns:a16="http://schemas.microsoft.com/office/drawing/2014/main" id="{DE7B8339-1F91-43A1-A855-665A31E33203}"/>
                </a:ext>
              </a:extLst>
            </p:cNvPr>
            <p:cNvSpPr>
              <a:spLocks/>
            </p:cNvSpPr>
            <p:nvPr/>
          </p:nvSpPr>
          <p:spPr bwMode="auto">
            <a:xfrm>
              <a:off x="1795086" y="4266290"/>
              <a:ext cx="1422512" cy="1658175"/>
            </a:xfrm>
            <a:custGeom>
              <a:avLst/>
              <a:gdLst>
                <a:gd name="T0" fmla="*/ 176 w 352"/>
                <a:gd name="T1" fmla="*/ 0 h 410"/>
                <a:gd name="T2" fmla="*/ 0 w 352"/>
                <a:gd name="T3" fmla="*/ 176 h 410"/>
                <a:gd name="T4" fmla="*/ 121 w 352"/>
                <a:gd name="T5" fmla="*/ 343 h 410"/>
                <a:gd name="T6" fmla="*/ 165 w 352"/>
                <a:gd name="T7" fmla="*/ 398 h 410"/>
                <a:gd name="T8" fmla="*/ 176 w 352"/>
                <a:gd name="T9" fmla="*/ 410 h 410"/>
                <a:gd name="T10" fmla="*/ 186 w 352"/>
                <a:gd name="T11" fmla="*/ 398 h 410"/>
                <a:gd name="T12" fmla="*/ 230 w 352"/>
                <a:gd name="T13" fmla="*/ 343 h 410"/>
                <a:gd name="T14" fmla="*/ 352 w 352"/>
                <a:gd name="T15" fmla="*/ 176 h 410"/>
                <a:gd name="T16" fmla="*/ 176 w 352"/>
                <a:gd name="T17" fmla="*/ 0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10">
                  <a:moveTo>
                    <a:pt x="176" y="0"/>
                  </a:moveTo>
                  <a:cubicBezTo>
                    <a:pt x="79" y="0"/>
                    <a:pt x="0" y="78"/>
                    <a:pt x="0" y="176"/>
                  </a:cubicBezTo>
                  <a:cubicBezTo>
                    <a:pt x="0" y="251"/>
                    <a:pt x="50" y="320"/>
                    <a:pt x="121" y="343"/>
                  </a:cubicBezTo>
                  <a:cubicBezTo>
                    <a:pt x="136" y="363"/>
                    <a:pt x="151" y="382"/>
                    <a:pt x="165" y="398"/>
                  </a:cubicBezTo>
                  <a:cubicBezTo>
                    <a:pt x="176" y="410"/>
                    <a:pt x="176" y="410"/>
                    <a:pt x="176" y="410"/>
                  </a:cubicBezTo>
                  <a:cubicBezTo>
                    <a:pt x="186" y="398"/>
                    <a:pt x="186" y="398"/>
                    <a:pt x="186" y="398"/>
                  </a:cubicBezTo>
                  <a:cubicBezTo>
                    <a:pt x="201" y="382"/>
                    <a:pt x="216" y="363"/>
                    <a:pt x="230" y="343"/>
                  </a:cubicBezTo>
                  <a:cubicBezTo>
                    <a:pt x="302" y="320"/>
                    <a:pt x="352" y="251"/>
                    <a:pt x="352" y="176"/>
                  </a:cubicBezTo>
                  <a:cubicBezTo>
                    <a:pt x="352" y="78"/>
                    <a:pt x="273" y="0"/>
                    <a:pt x="176" y="0"/>
                  </a:cubicBezTo>
                  <a:close/>
                </a:path>
              </a:pathLst>
            </a:custGeom>
            <a:solidFill>
              <a:schemeClr val="accent6">
                <a:lumMod val="75000"/>
              </a:schemeClr>
            </a:solidFill>
            <a:ln>
              <a:noFill/>
            </a:ln>
            <a:extLst/>
          </p:spPr>
          <p:txBody>
            <a:bodyPr vert="horz" wrap="square" lIns="91440" tIns="45720" rIns="91440" bIns="45720" numCol="1" anchor="t" anchorCtr="0" compatLnSpc="1">
              <a:prstTxWarp prst="textNoShape">
                <a:avLst/>
              </a:prstTxWarp>
            </a:bodyPr>
            <a:lstStyle/>
            <a:p>
              <a:endParaRPr lang="en-IE"/>
            </a:p>
          </p:txBody>
        </p:sp>
        <p:grpSp>
          <p:nvGrpSpPr>
            <p:cNvPr id="20" name="Group 19">
              <a:extLst>
                <a:ext uri="{FF2B5EF4-FFF2-40B4-BE49-F238E27FC236}">
                  <a16:creationId xmlns:a16="http://schemas.microsoft.com/office/drawing/2014/main" id="{1C4673B7-0456-4F33-9F72-0CED30398510}"/>
                </a:ext>
              </a:extLst>
            </p:cNvPr>
            <p:cNvGrpSpPr/>
            <p:nvPr/>
          </p:nvGrpSpPr>
          <p:grpSpPr>
            <a:xfrm>
              <a:off x="2110744" y="4695372"/>
              <a:ext cx="877731" cy="574156"/>
              <a:chOff x="5611813" y="2627313"/>
              <a:chExt cx="633412" cy="414338"/>
            </a:xfrm>
            <a:solidFill>
              <a:schemeClr val="accent6">
                <a:lumMod val="75000"/>
              </a:schemeClr>
            </a:solidFill>
          </p:grpSpPr>
          <p:sp>
            <p:nvSpPr>
              <p:cNvPr id="21" name="Rectangle 209">
                <a:extLst>
                  <a:ext uri="{FF2B5EF4-FFF2-40B4-BE49-F238E27FC236}">
                    <a16:creationId xmlns:a16="http://schemas.microsoft.com/office/drawing/2014/main" id="{A61298DE-9CEB-4755-AB45-3AA9008B1C96}"/>
                  </a:ext>
                </a:extLst>
              </p:cNvPr>
              <p:cNvSpPr>
                <a:spLocks noChangeArrowheads="1"/>
              </p:cNvSpPr>
              <p:nvPr/>
            </p:nvSpPr>
            <p:spPr bwMode="auto">
              <a:xfrm>
                <a:off x="5675313" y="2792413"/>
                <a:ext cx="152400" cy="111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2" name="Rectangle 210">
                <a:extLst>
                  <a:ext uri="{FF2B5EF4-FFF2-40B4-BE49-F238E27FC236}">
                    <a16:creationId xmlns:a16="http://schemas.microsoft.com/office/drawing/2014/main" id="{1A217AA1-A912-46EE-BD52-3030B13B95CD}"/>
                  </a:ext>
                </a:extLst>
              </p:cNvPr>
              <p:cNvSpPr>
                <a:spLocks noChangeArrowheads="1"/>
              </p:cNvSpPr>
              <p:nvPr/>
            </p:nvSpPr>
            <p:spPr bwMode="auto">
              <a:xfrm>
                <a:off x="5675313" y="2840038"/>
                <a:ext cx="241300" cy="158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3" name="Rectangle 211">
                <a:extLst>
                  <a:ext uri="{FF2B5EF4-FFF2-40B4-BE49-F238E27FC236}">
                    <a16:creationId xmlns:a16="http://schemas.microsoft.com/office/drawing/2014/main" id="{42E8C5B7-2E67-49C5-8D0F-5E41300EECC9}"/>
                  </a:ext>
                </a:extLst>
              </p:cNvPr>
              <p:cNvSpPr>
                <a:spLocks noChangeArrowheads="1"/>
              </p:cNvSpPr>
              <p:nvPr/>
            </p:nvSpPr>
            <p:spPr bwMode="auto">
              <a:xfrm>
                <a:off x="5675313" y="2889251"/>
                <a:ext cx="241300" cy="158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4" name="Rectangle 212">
                <a:extLst>
                  <a:ext uri="{FF2B5EF4-FFF2-40B4-BE49-F238E27FC236}">
                    <a16:creationId xmlns:a16="http://schemas.microsoft.com/office/drawing/2014/main" id="{823EBB8D-C372-4F21-AD9B-7F89BDB6D9CC}"/>
                  </a:ext>
                </a:extLst>
              </p:cNvPr>
              <p:cNvSpPr>
                <a:spLocks noChangeArrowheads="1"/>
              </p:cNvSpPr>
              <p:nvPr/>
            </p:nvSpPr>
            <p:spPr bwMode="auto">
              <a:xfrm>
                <a:off x="5675313" y="2938463"/>
                <a:ext cx="241300" cy="142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5" name="Freeform 213">
                <a:extLst>
                  <a:ext uri="{FF2B5EF4-FFF2-40B4-BE49-F238E27FC236}">
                    <a16:creationId xmlns:a16="http://schemas.microsoft.com/office/drawing/2014/main" id="{EFBF2C0D-4B83-4C71-8FD1-E2094D74374E}"/>
                  </a:ext>
                </a:extLst>
              </p:cNvPr>
              <p:cNvSpPr>
                <a:spLocks/>
              </p:cNvSpPr>
              <p:nvPr/>
            </p:nvSpPr>
            <p:spPr bwMode="auto">
              <a:xfrm>
                <a:off x="6049963" y="2840038"/>
                <a:ext cx="30163" cy="85725"/>
              </a:xfrm>
              <a:custGeom>
                <a:avLst/>
                <a:gdLst>
                  <a:gd name="T0" fmla="*/ 8 w 19"/>
                  <a:gd name="T1" fmla="*/ 54 h 54"/>
                  <a:gd name="T2" fmla="*/ 8 w 19"/>
                  <a:gd name="T3" fmla="*/ 54 h 54"/>
                  <a:gd name="T4" fmla="*/ 13 w 19"/>
                  <a:gd name="T5" fmla="*/ 52 h 54"/>
                  <a:gd name="T6" fmla="*/ 19 w 19"/>
                  <a:gd name="T7" fmla="*/ 48 h 54"/>
                  <a:gd name="T8" fmla="*/ 19 w 19"/>
                  <a:gd name="T9" fmla="*/ 6 h 54"/>
                  <a:gd name="T10" fmla="*/ 19 w 19"/>
                  <a:gd name="T11" fmla="*/ 6 h 54"/>
                  <a:gd name="T12" fmla="*/ 11 w 19"/>
                  <a:gd name="T13" fmla="*/ 2 h 54"/>
                  <a:gd name="T14" fmla="*/ 2 w 19"/>
                  <a:gd name="T15" fmla="*/ 0 h 54"/>
                  <a:gd name="T16" fmla="*/ 2 w 19"/>
                  <a:gd name="T17" fmla="*/ 0 h 54"/>
                  <a:gd name="T18" fmla="*/ 0 w 19"/>
                  <a:gd name="T19" fmla="*/ 0 h 54"/>
                  <a:gd name="T20" fmla="*/ 0 w 19"/>
                  <a:gd name="T21" fmla="*/ 54 h 54"/>
                  <a:gd name="T22" fmla="*/ 0 w 19"/>
                  <a:gd name="T23" fmla="*/ 54 h 54"/>
                  <a:gd name="T24" fmla="*/ 2 w 19"/>
                  <a:gd name="T25" fmla="*/ 54 h 54"/>
                  <a:gd name="T26" fmla="*/ 2 w 19"/>
                  <a:gd name="T27" fmla="*/ 54 h 54"/>
                  <a:gd name="T28" fmla="*/ 8 w 19"/>
                  <a:gd name="T29" fmla="*/ 54 h 54"/>
                  <a:gd name="T30" fmla="*/ 8 w 19"/>
                  <a:gd name="T31"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 h="54">
                    <a:moveTo>
                      <a:pt x="8" y="54"/>
                    </a:moveTo>
                    <a:lnTo>
                      <a:pt x="8" y="54"/>
                    </a:lnTo>
                    <a:lnTo>
                      <a:pt x="13" y="52"/>
                    </a:lnTo>
                    <a:lnTo>
                      <a:pt x="19" y="48"/>
                    </a:lnTo>
                    <a:lnTo>
                      <a:pt x="19" y="6"/>
                    </a:lnTo>
                    <a:lnTo>
                      <a:pt x="19" y="6"/>
                    </a:lnTo>
                    <a:lnTo>
                      <a:pt x="11" y="2"/>
                    </a:lnTo>
                    <a:lnTo>
                      <a:pt x="2" y="0"/>
                    </a:lnTo>
                    <a:lnTo>
                      <a:pt x="2" y="0"/>
                    </a:lnTo>
                    <a:lnTo>
                      <a:pt x="0" y="0"/>
                    </a:lnTo>
                    <a:lnTo>
                      <a:pt x="0" y="54"/>
                    </a:lnTo>
                    <a:lnTo>
                      <a:pt x="0" y="54"/>
                    </a:lnTo>
                    <a:lnTo>
                      <a:pt x="2" y="54"/>
                    </a:lnTo>
                    <a:lnTo>
                      <a:pt x="2" y="54"/>
                    </a:lnTo>
                    <a:lnTo>
                      <a:pt x="8" y="54"/>
                    </a:lnTo>
                    <a:lnTo>
                      <a:pt x="8"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6" name="Freeform 214">
                <a:extLst>
                  <a:ext uri="{FF2B5EF4-FFF2-40B4-BE49-F238E27FC236}">
                    <a16:creationId xmlns:a16="http://schemas.microsoft.com/office/drawing/2014/main" id="{E3FD7DF5-2498-44F8-B058-404069EA432E}"/>
                  </a:ext>
                </a:extLst>
              </p:cNvPr>
              <p:cNvSpPr>
                <a:spLocks noEditPoints="1"/>
              </p:cNvSpPr>
              <p:nvPr/>
            </p:nvSpPr>
            <p:spPr bwMode="auto">
              <a:xfrm>
                <a:off x="5611813" y="2627313"/>
                <a:ext cx="468313" cy="414338"/>
              </a:xfrm>
              <a:custGeom>
                <a:avLst/>
                <a:gdLst>
                  <a:gd name="T0" fmla="*/ 278 w 295"/>
                  <a:gd name="T1" fmla="*/ 240 h 261"/>
                  <a:gd name="T2" fmla="*/ 276 w 295"/>
                  <a:gd name="T3" fmla="*/ 244 h 261"/>
                  <a:gd name="T4" fmla="*/ 19 w 295"/>
                  <a:gd name="T5" fmla="*/ 65 h 261"/>
                  <a:gd name="T6" fmla="*/ 276 w 295"/>
                  <a:gd name="T7" fmla="*/ 83 h 261"/>
                  <a:gd name="T8" fmla="*/ 278 w 295"/>
                  <a:gd name="T9" fmla="*/ 83 h 261"/>
                  <a:gd name="T10" fmla="*/ 295 w 295"/>
                  <a:gd name="T11" fmla="*/ 84 h 261"/>
                  <a:gd name="T12" fmla="*/ 295 w 295"/>
                  <a:gd name="T13" fmla="*/ 10 h 261"/>
                  <a:gd name="T14" fmla="*/ 291 w 295"/>
                  <a:gd name="T15" fmla="*/ 2 h 261"/>
                  <a:gd name="T16" fmla="*/ 286 w 295"/>
                  <a:gd name="T17" fmla="*/ 0 h 261"/>
                  <a:gd name="T18" fmla="*/ 9 w 295"/>
                  <a:gd name="T19" fmla="*/ 0 h 261"/>
                  <a:gd name="T20" fmla="*/ 2 w 295"/>
                  <a:gd name="T21" fmla="*/ 2 h 261"/>
                  <a:gd name="T22" fmla="*/ 0 w 295"/>
                  <a:gd name="T23" fmla="*/ 10 h 261"/>
                  <a:gd name="T24" fmla="*/ 0 w 295"/>
                  <a:gd name="T25" fmla="*/ 253 h 261"/>
                  <a:gd name="T26" fmla="*/ 2 w 295"/>
                  <a:gd name="T27" fmla="*/ 259 h 261"/>
                  <a:gd name="T28" fmla="*/ 9 w 295"/>
                  <a:gd name="T29" fmla="*/ 261 h 261"/>
                  <a:gd name="T30" fmla="*/ 286 w 295"/>
                  <a:gd name="T31" fmla="*/ 261 h 261"/>
                  <a:gd name="T32" fmla="*/ 291 w 295"/>
                  <a:gd name="T33" fmla="*/ 259 h 261"/>
                  <a:gd name="T34" fmla="*/ 295 w 295"/>
                  <a:gd name="T35" fmla="*/ 253 h 261"/>
                  <a:gd name="T36" fmla="*/ 295 w 295"/>
                  <a:gd name="T37" fmla="*/ 238 h 261"/>
                  <a:gd name="T38" fmla="*/ 278 w 295"/>
                  <a:gd name="T39" fmla="*/ 240 h 261"/>
                  <a:gd name="T40" fmla="*/ 263 w 295"/>
                  <a:gd name="T41" fmla="*/ 19 h 261"/>
                  <a:gd name="T42" fmla="*/ 272 w 295"/>
                  <a:gd name="T43" fmla="*/ 23 h 261"/>
                  <a:gd name="T44" fmla="*/ 276 w 295"/>
                  <a:gd name="T45" fmla="*/ 33 h 261"/>
                  <a:gd name="T46" fmla="*/ 274 w 295"/>
                  <a:gd name="T47" fmla="*/ 36 h 261"/>
                  <a:gd name="T48" fmla="*/ 268 w 295"/>
                  <a:gd name="T49" fmla="*/ 44 h 261"/>
                  <a:gd name="T50" fmla="*/ 263 w 295"/>
                  <a:gd name="T51" fmla="*/ 44 h 261"/>
                  <a:gd name="T52" fmla="*/ 255 w 295"/>
                  <a:gd name="T53" fmla="*/ 40 h 261"/>
                  <a:gd name="T54" fmla="*/ 251 w 295"/>
                  <a:gd name="T55" fmla="*/ 33 h 261"/>
                  <a:gd name="T56" fmla="*/ 251 w 295"/>
                  <a:gd name="T57" fmla="*/ 27 h 261"/>
                  <a:gd name="T58" fmla="*/ 259 w 295"/>
                  <a:gd name="T59" fmla="*/ 21 h 261"/>
                  <a:gd name="T60" fmla="*/ 263 w 295"/>
                  <a:gd name="T61" fmla="*/ 19 h 261"/>
                  <a:gd name="T62" fmla="*/ 226 w 295"/>
                  <a:gd name="T63" fmla="*/ 19 h 261"/>
                  <a:gd name="T64" fmla="*/ 236 w 295"/>
                  <a:gd name="T65" fmla="*/ 23 h 261"/>
                  <a:gd name="T66" fmla="*/ 240 w 295"/>
                  <a:gd name="T67" fmla="*/ 33 h 261"/>
                  <a:gd name="T68" fmla="*/ 238 w 295"/>
                  <a:gd name="T69" fmla="*/ 36 h 261"/>
                  <a:gd name="T70" fmla="*/ 232 w 295"/>
                  <a:gd name="T71" fmla="*/ 44 h 261"/>
                  <a:gd name="T72" fmla="*/ 226 w 295"/>
                  <a:gd name="T73" fmla="*/ 44 h 261"/>
                  <a:gd name="T74" fmla="*/ 218 w 295"/>
                  <a:gd name="T75" fmla="*/ 40 h 261"/>
                  <a:gd name="T76" fmla="*/ 215 w 295"/>
                  <a:gd name="T77" fmla="*/ 33 h 261"/>
                  <a:gd name="T78" fmla="*/ 215 w 295"/>
                  <a:gd name="T79" fmla="*/ 27 h 261"/>
                  <a:gd name="T80" fmla="*/ 222 w 295"/>
                  <a:gd name="T81" fmla="*/ 21 h 261"/>
                  <a:gd name="T82" fmla="*/ 226 w 295"/>
                  <a:gd name="T83" fmla="*/ 19 h 261"/>
                  <a:gd name="T84" fmla="*/ 190 w 295"/>
                  <a:gd name="T85" fmla="*/ 19 h 261"/>
                  <a:gd name="T86" fmla="*/ 199 w 295"/>
                  <a:gd name="T87" fmla="*/ 23 h 261"/>
                  <a:gd name="T88" fmla="*/ 203 w 295"/>
                  <a:gd name="T89" fmla="*/ 33 h 261"/>
                  <a:gd name="T90" fmla="*/ 201 w 295"/>
                  <a:gd name="T91" fmla="*/ 36 h 261"/>
                  <a:gd name="T92" fmla="*/ 195 w 295"/>
                  <a:gd name="T93" fmla="*/ 44 h 261"/>
                  <a:gd name="T94" fmla="*/ 190 w 295"/>
                  <a:gd name="T95" fmla="*/ 44 h 261"/>
                  <a:gd name="T96" fmla="*/ 182 w 295"/>
                  <a:gd name="T97" fmla="*/ 40 h 261"/>
                  <a:gd name="T98" fmla="*/ 178 w 295"/>
                  <a:gd name="T99" fmla="*/ 33 h 261"/>
                  <a:gd name="T100" fmla="*/ 178 w 295"/>
                  <a:gd name="T101" fmla="*/ 27 h 261"/>
                  <a:gd name="T102" fmla="*/ 186 w 295"/>
                  <a:gd name="T103" fmla="*/ 21 h 261"/>
                  <a:gd name="T104" fmla="*/ 190 w 295"/>
                  <a:gd name="T105" fmla="*/ 19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5" h="261">
                    <a:moveTo>
                      <a:pt x="278" y="240"/>
                    </a:moveTo>
                    <a:lnTo>
                      <a:pt x="278" y="240"/>
                    </a:lnTo>
                    <a:lnTo>
                      <a:pt x="276" y="240"/>
                    </a:lnTo>
                    <a:lnTo>
                      <a:pt x="276" y="244"/>
                    </a:lnTo>
                    <a:lnTo>
                      <a:pt x="19" y="244"/>
                    </a:lnTo>
                    <a:lnTo>
                      <a:pt x="19" y="65"/>
                    </a:lnTo>
                    <a:lnTo>
                      <a:pt x="276" y="65"/>
                    </a:lnTo>
                    <a:lnTo>
                      <a:pt x="276" y="83"/>
                    </a:lnTo>
                    <a:lnTo>
                      <a:pt x="276" y="83"/>
                    </a:lnTo>
                    <a:lnTo>
                      <a:pt x="278" y="83"/>
                    </a:lnTo>
                    <a:lnTo>
                      <a:pt x="278" y="83"/>
                    </a:lnTo>
                    <a:lnTo>
                      <a:pt x="295" y="84"/>
                    </a:lnTo>
                    <a:lnTo>
                      <a:pt x="295" y="10"/>
                    </a:lnTo>
                    <a:lnTo>
                      <a:pt x="295" y="10"/>
                    </a:lnTo>
                    <a:lnTo>
                      <a:pt x="293" y="6"/>
                    </a:lnTo>
                    <a:lnTo>
                      <a:pt x="291" y="2"/>
                    </a:lnTo>
                    <a:lnTo>
                      <a:pt x="289" y="0"/>
                    </a:lnTo>
                    <a:lnTo>
                      <a:pt x="286" y="0"/>
                    </a:lnTo>
                    <a:lnTo>
                      <a:pt x="9" y="0"/>
                    </a:lnTo>
                    <a:lnTo>
                      <a:pt x="9" y="0"/>
                    </a:lnTo>
                    <a:lnTo>
                      <a:pt x="6" y="0"/>
                    </a:lnTo>
                    <a:lnTo>
                      <a:pt x="2" y="2"/>
                    </a:lnTo>
                    <a:lnTo>
                      <a:pt x="0" y="6"/>
                    </a:lnTo>
                    <a:lnTo>
                      <a:pt x="0" y="10"/>
                    </a:lnTo>
                    <a:lnTo>
                      <a:pt x="0" y="253"/>
                    </a:lnTo>
                    <a:lnTo>
                      <a:pt x="0" y="253"/>
                    </a:lnTo>
                    <a:lnTo>
                      <a:pt x="0" y="255"/>
                    </a:lnTo>
                    <a:lnTo>
                      <a:pt x="2" y="259"/>
                    </a:lnTo>
                    <a:lnTo>
                      <a:pt x="6" y="261"/>
                    </a:lnTo>
                    <a:lnTo>
                      <a:pt x="9" y="261"/>
                    </a:lnTo>
                    <a:lnTo>
                      <a:pt x="286" y="261"/>
                    </a:lnTo>
                    <a:lnTo>
                      <a:pt x="286" y="261"/>
                    </a:lnTo>
                    <a:lnTo>
                      <a:pt x="289" y="261"/>
                    </a:lnTo>
                    <a:lnTo>
                      <a:pt x="291" y="259"/>
                    </a:lnTo>
                    <a:lnTo>
                      <a:pt x="293" y="255"/>
                    </a:lnTo>
                    <a:lnTo>
                      <a:pt x="295" y="253"/>
                    </a:lnTo>
                    <a:lnTo>
                      <a:pt x="295" y="238"/>
                    </a:lnTo>
                    <a:lnTo>
                      <a:pt x="295" y="238"/>
                    </a:lnTo>
                    <a:lnTo>
                      <a:pt x="278" y="240"/>
                    </a:lnTo>
                    <a:lnTo>
                      <a:pt x="278" y="240"/>
                    </a:lnTo>
                    <a:close/>
                    <a:moveTo>
                      <a:pt x="263" y="19"/>
                    </a:moveTo>
                    <a:lnTo>
                      <a:pt x="263" y="19"/>
                    </a:lnTo>
                    <a:lnTo>
                      <a:pt x="268" y="21"/>
                    </a:lnTo>
                    <a:lnTo>
                      <a:pt x="272" y="23"/>
                    </a:lnTo>
                    <a:lnTo>
                      <a:pt x="274" y="27"/>
                    </a:lnTo>
                    <a:lnTo>
                      <a:pt x="276" y="33"/>
                    </a:lnTo>
                    <a:lnTo>
                      <a:pt x="276" y="33"/>
                    </a:lnTo>
                    <a:lnTo>
                      <a:pt x="274" y="36"/>
                    </a:lnTo>
                    <a:lnTo>
                      <a:pt x="272" y="40"/>
                    </a:lnTo>
                    <a:lnTo>
                      <a:pt x="268" y="44"/>
                    </a:lnTo>
                    <a:lnTo>
                      <a:pt x="263" y="44"/>
                    </a:lnTo>
                    <a:lnTo>
                      <a:pt x="263" y="44"/>
                    </a:lnTo>
                    <a:lnTo>
                      <a:pt x="259" y="44"/>
                    </a:lnTo>
                    <a:lnTo>
                      <a:pt x="255" y="40"/>
                    </a:lnTo>
                    <a:lnTo>
                      <a:pt x="251" y="36"/>
                    </a:lnTo>
                    <a:lnTo>
                      <a:pt x="251" y="33"/>
                    </a:lnTo>
                    <a:lnTo>
                      <a:pt x="251" y="33"/>
                    </a:lnTo>
                    <a:lnTo>
                      <a:pt x="251" y="27"/>
                    </a:lnTo>
                    <a:lnTo>
                      <a:pt x="255" y="23"/>
                    </a:lnTo>
                    <a:lnTo>
                      <a:pt x="259" y="21"/>
                    </a:lnTo>
                    <a:lnTo>
                      <a:pt x="263" y="19"/>
                    </a:lnTo>
                    <a:lnTo>
                      <a:pt x="263" y="19"/>
                    </a:lnTo>
                    <a:close/>
                    <a:moveTo>
                      <a:pt x="226" y="19"/>
                    </a:moveTo>
                    <a:lnTo>
                      <a:pt x="226" y="19"/>
                    </a:lnTo>
                    <a:lnTo>
                      <a:pt x="232" y="21"/>
                    </a:lnTo>
                    <a:lnTo>
                      <a:pt x="236" y="23"/>
                    </a:lnTo>
                    <a:lnTo>
                      <a:pt x="238" y="27"/>
                    </a:lnTo>
                    <a:lnTo>
                      <a:pt x="240" y="33"/>
                    </a:lnTo>
                    <a:lnTo>
                      <a:pt x="240" y="33"/>
                    </a:lnTo>
                    <a:lnTo>
                      <a:pt x="238" y="36"/>
                    </a:lnTo>
                    <a:lnTo>
                      <a:pt x="236" y="40"/>
                    </a:lnTo>
                    <a:lnTo>
                      <a:pt x="232" y="44"/>
                    </a:lnTo>
                    <a:lnTo>
                      <a:pt x="226" y="44"/>
                    </a:lnTo>
                    <a:lnTo>
                      <a:pt x="226" y="44"/>
                    </a:lnTo>
                    <a:lnTo>
                      <a:pt x="222" y="44"/>
                    </a:lnTo>
                    <a:lnTo>
                      <a:pt x="218" y="40"/>
                    </a:lnTo>
                    <a:lnTo>
                      <a:pt x="215" y="36"/>
                    </a:lnTo>
                    <a:lnTo>
                      <a:pt x="215" y="33"/>
                    </a:lnTo>
                    <a:lnTo>
                      <a:pt x="215" y="33"/>
                    </a:lnTo>
                    <a:lnTo>
                      <a:pt x="215" y="27"/>
                    </a:lnTo>
                    <a:lnTo>
                      <a:pt x="218" y="23"/>
                    </a:lnTo>
                    <a:lnTo>
                      <a:pt x="222" y="21"/>
                    </a:lnTo>
                    <a:lnTo>
                      <a:pt x="226" y="19"/>
                    </a:lnTo>
                    <a:lnTo>
                      <a:pt x="226" y="19"/>
                    </a:lnTo>
                    <a:close/>
                    <a:moveTo>
                      <a:pt x="190" y="19"/>
                    </a:moveTo>
                    <a:lnTo>
                      <a:pt x="190" y="19"/>
                    </a:lnTo>
                    <a:lnTo>
                      <a:pt x="195" y="21"/>
                    </a:lnTo>
                    <a:lnTo>
                      <a:pt x="199" y="23"/>
                    </a:lnTo>
                    <a:lnTo>
                      <a:pt x="201" y="27"/>
                    </a:lnTo>
                    <a:lnTo>
                      <a:pt x="203" y="33"/>
                    </a:lnTo>
                    <a:lnTo>
                      <a:pt x="203" y="33"/>
                    </a:lnTo>
                    <a:lnTo>
                      <a:pt x="201" y="36"/>
                    </a:lnTo>
                    <a:lnTo>
                      <a:pt x="199" y="40"/>
                    </a:lnTo>
                    <a:lnTo>
                      <a:pt x="195" y="44"/>
                    </a:lnTo>
                    <a:lnTo>
                      <a:pt x="190" y="44"/>
                    </a:lnTo>
                    <a:lnTo>
                      <a:pt x="190" y="44"/>
                    </a:lnTo>
                    <a:lnTo>
                      <a:pt x="186" y="44"/>
                    </a:lnTo>
                    <a:lnTo>
                      <a:pt x="182" y="40"/>
                    </a:lnTo>
                    <a:lnTo>
                      <a:pt x="178" y="36"/>
                    </a:lnTo>
                    <a:lnTo>
                      <a:pt x="178" y="33"/>
                    </a:lnTo>
                    <a:lnTo>
                      <a:pt x="178" y="33"/>
                    </a:lnTo>
                    <a:lnTo>
                      <a:pt x="178" y="27"/>
                    </a:lnTo>
                    <a:lnTo>
                      <a:pt x="182" y="23"/>
                    </a:lnTo>
                    <a:lnTo>
                      <a:pt x="186" y="21"/>
                    </a:lnTo>
                    <a:lnTo>
                      <a:pt x="190" y="19"/>
                    </a:lnTo>
                    <a:lnTo>
                      <a:pt x="19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7" name="Freeform 215">
                <a:extLst>
                  <a:ext uri="{FF2B5EF4-FFF2-40B4-BE49-F238E27FC236}">
                    <a16:creationId xmlns:a16="http://schemas.microsoft.com/office/drawing/2014/main" id="{68E54CA7-2F1A-4817-AC21-46F4B782AF21}"/>
                  </a:ext>
                </a:extLst>
              </p:cNvPr>
              <p:cNvSpPr>
                <a:spLocks noEditPoints="1"/>
              </p:cNvSpPr>
              <p:nvPr/>
            </p:nvSpPr>
            <p:spPr bwMode="auto">
              <a:xfrm>
                <a:off x="5949950" y="2779713"/>
                <a:ext cx="295275" cy="238125"/>
              </a:xfrm>
              <a:custGeom>
                <a:avLst/>
                <a:gdLst>
                  <a:gd name="T0" fmla="*/ 142 w 186"/>
                  <a:gd name="T1" fmla="*/ 100 h 150"/>
                  <a:gd name="T2" fmla="*/ 136 w 186"/>
                  <a:gd name="T3" fmla="*/ 98 h 150"/>
                  <a:gd name="T4" fmla="*/ 130 w 186"/>
                  <a:gd name="T5" fmla="*/ 98 h 150"/>
                  <a:gd name="T6" fmla="*/ 120 w 186"/>
                  <a:gd name="T7" fmla="*/ 96 h 150"/>
                  <a:gd name="T8" fmla="*/ 126 w 186"/>
                  <a:gd name="T9" fmla="*/ 84 h 150"/>
                  <a:gd name="T10" fmla="*/ 128 w 186"/>
                  <a:gd name="T11" fmla="*/ 61 h 150"/>
                  <a:gd name="T12" fmla="*/ 126 w 186"/>
                  <a:gd name="T13" fmla="*/ 50 h 150"/>
                  <a:gd name="T14" fmla="*/ 117 w 186"/>
                  <a:gd name="T15" fmla="*/ 27 h 150"/>
                  <a:gd name="T16" fmla="*/ 97 w 186"/>
                  <a:gd name="T17" fmla="*/ 10 h 150"/>
                  <a:gd name="T18" fmla="*/ 74 w 186"/>
                  <a:gd name="T19" fmla="*/ 2 h 150"/>
                  <a:gd name="T20" fmla="*/ 50 w 186"/>
                  <a:gd name="T21" fmla="*/ 2 h 150"/>
                  <a:gd name="T22" fmla="*/ 36 w 186"/>
                  <a:gd name="T23" fmla="*/ 8 h 150"/>
                  <a:gd name="T24" fmla="*/ 17 w 186"/>
                  <a:gd name="T25" fmla="*/ 21 h 150"/>
                  <a:gd name="T26" fmla="*/ 4 w 186"/>
                  <a:gd name="T27" fmla="*/ 42 h 150"/>
                  <a:gd name="T28" fmla="*/ 0 w 186"/>
                  <a:gd name="T29" fmla="*/ 67 h 150"/>
                  <a:gd name="T30" fmla="*/ 2 w 186"/>
                  <a:gd name="T31" fmla="*/ 80 h 150"/>
                  <a:gd name="T32" fmla="*/ 13 w 186"/>
                  <a:gd name="T33" fmla="*/ 103 h 150"/>
                  <a:gd name="T34" fmla="*/ 30 w 186"/>
                  <a:gd name="T35" fmla="*/ 121 h 150"/>
                  <a:gd name="T36" fmla="*/ 53 w 186"/>
                  <a:gd name="T37" fmla="*/ 128 h 150"/>
                  <a:gd name="T38" fmla="*/ 80 w 186"/>
                  <a:gd name="T39" fmla="*/ 128 h 150"/>
                  <a:gd name="T40" fmla="*/ 90 w 186"/>
                  <a:gd name="T41" fmla="*/ 125 h 150"/>
                  <a:gd name="T42" fmla="*/ 107 w 186"/>
                  <a:gd name="T43" fmla="*/ 113 h 150"/>
                  <a:gd name="T44" fmla="*/ 120 w 186"/>
                  <a:gd name="T45" fmla="*/ 111 h 150"/>
                  <a:gd name="T46" fmla="*/ 120 w 186"/>
                  <a:gd name="T47" fmla="*/ 119 h 150"/>
                  <a:gd name="T48" fmla="*/ 163 w 186"/>
                  <a:gd name="T49" fmla="*/ 148 h 150"/>
                  <a:gd name="T50" fmla="*/ 168 w 186"/>
                  <a:gd name="T51" fmla="*/ 150 h 150"/>
                  <a:gd name="T52" fmla="*/ 174 w 186"/>
                  <a:gd name="T53" fmla="*/ 150 h 150"/>
                  <a:gd name="T54" fmla="*/ 184 w 186"/>
                  <a:gd name="T55" fmla="*/ 144 h 150"/>
                  <a:gd name="T56" fmla="*/ 186 w 186"/>
                  <a:gd name="T57" fmla="*/ 138 h 150"/>
                  <a:gd name="T58" fmla="*/ 184 w 186"/>
                  <a:gd name="T59" fmla="*/ 128 h 150"/>
                  <a:gd name="T60" fmla="*/ 178 w 186"/>
                  <a:gd name="T61" fmla="*/ 125 h 150"/>
                  <a:gd name="T62" fmla="*/ 74 w 186"/>
                  <a:gd name="T63" fmla="*/ 105 h 150"/>
                  <a:gd name="T64" fmla="*/ 57 w 186"/>
                  <a:gd name="T65" fmla="*/ 105 h 150"/>
                  <a:gd name="T66" fmla="*/ 44 w 186"/>
                  <a:gd name="T67" fmla="*/ 100 h 150"/>
                  <a:gd name="T68" fmla="*/ 30 w 186"/>
                  <a:gd name="T69" fmla="*/ 90 h 150"/>
                  <a:gd name="T70" fmla="*/ 25 w 186"/>
                  <a:gd name="T71" fmla="*/ 75 h 150"/>
                  <a:gd name="T72" fmla="*/ 23 w 186"/>
                  <a:gd name="T73" fmla="*/ 67 h 150"/>
                  <a:gd name="T74" fmla="*/ 27 w 186"/>
                  <a:gd name="T75" fmla="*/ 50 h 150"/>
                  <a:gd name="T76" fmla="*/ 34 w 186"/>
                  <a:gd name="T77" fmla="*/ 36 h 150"/>
                  <a:gd name="T78" fmla="*/ 48 w 186"/>
                  <a:gd name="T79" fmla="*/ 27 h 150"/>
                  <a:gd name="T80" fmla="*/ 55 w 186"/>
                  <a:gd name="T81" fmla="*/ 25 h 150"/>
                  <a:gd name="T82" fmla="*/ 71 w 186"/>
                  <a:gd name="T83" fmla="*/ 25 h 150"/>
                  <a:gd name="T84" fmla="*/ 86 w 186"/>
                  <a:gd name="T85" fmla="*/ 31 h 150"/>
                  <a:gd name="T86" fmla="*/ 97 w 186"/>
                  <a:gd name="T87" fmla="*/ 40 h 150"/>
                  <a:gd name="T88" fmla="*/ 105 w 186"/>
                  <a:gd name="T89" fmla="*/ 56 h 150"/>
                  <a:gd name="T90" fmla="*/ 105 w 186"/>
                  <a:gd name="T91" fmla="*/ 63 h 150"/>
                  <a:gd name="T92" fmla="*/ 103 w 186"/>
                  <a:gd name="T93" fmla="*/ 79 h 150"/>
                  <a:gd name="T94" fmla="*/ 96 w 186"/>
                  <a:gd name="T95" fmla="*/ 92 h 150"/>
                  <a:gd name="T96" fmla="*/ 82 w 186"/>
                  <a:gd name="T97" fmla="*/ 102 h 150"/>
                  <a:gd name="T98" fmla="*/ 74 w 186"/>
                  <a:gd name="T99" fmla="*/ 10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6" h="150">
                    <a:moveTo>
                      <a:pt x="178" y="125"/>
                    </a:moveTo>
                    <a:lnTo>
                      <a:pt x="142" y="100"/>
                    </a:lnTo>
                    <a:lnTo>
                      <a:pt x="142" y="100"/>
                    </a:lnTo>
                    <a:lnTo>
                      <a:pt x="136" y="98"/>
                    </a:lnTo>
                    <a:lnTo>
                      <a:pt x="130" y="98"/>
                    </a:lnTo>
                    <a:lnTo>
                      <a:pt x="130" y="98"/>
                    </a:lnTo>
                    <a:lnTo>
                      <a:pt x="126" y="100"/>
                    </a:lnTo>
                    <a:lnTo>
                      <a:pt x="120" y="96"/>
                    </a:lnTo>
                    <a:lnTo>
                      <a:pt x="120" y="96"/>
                    </a:lnTo>
                    <a:lnTo>
                      <a:pt x="126" y="84"/>
                    </a:lnTo>
                    <a:lnTo>
                      <a:pt x="128" y="73"/>
                    </a:lnTo>
                    <a:lnTo>
                      <a:pt x="128" y="61"/>
                    </a:lnTo>
                    <a:lnTo>
                      <a:pt x="126" y="50"/>
                    </a:lnTo>
                    <a:lnTo>
                      <a:pt x="126" y="50"/>
                    </a:lnTo>
                    <a:lnTo>
                      <a:pt x="122" y="38"/>
                    </a:lnTo>
                    <a:lnTo>
                      <a:pt x="117" y="27"/>
                    </a:lnTo>
                    <a:lnTo>
                      <a:pt x="107" y="17"/>
                    </a:lnTo>
                    <a:lnTo>
                      <a:pt x="97" y="10"/>
                    </a:lnTo>
                    <a:lnTo>
                      <a:pt x="86" y="4"/>
                    </a:lnTo>
                    <a:lnTo>
                      <a:pt x="74" y="2"/>
                    </a:lnTo>
                    <a:lnTo>
                      <a:pt x="63" y="0"/>
                    </a:lnTo>
                    <a:lnTo>
                      <a:pt x="50" y="2"/>
                    </a:lnTo>
                    <a:lnTo>
                      <a:pt x="50" y="2"/>
                    </a:lnTo>
                    <a:lnTo>
                      <a:pt x="36" y="8"/>
                    </a:lnTo>
                    <a:lnTo>
                      <a:pt x="27" y="13"/>
                    </a:lnTo>
                    <a:lnTo>
                      <a:pt x="17" y="21"/>
                    </a:lnTo>
                    <a:lnTo>
                      <a:pt x="9" y="31"/>
                    </a:lnTo>
                    <a:lnTo>
                      <a:pt x="4" y="42"/>
                    </a:lnTo>
                    <a:lnTo>
                      <a:pt x="2" y="56"/>
                    </a:lnTo>
                    <a:lnTo>
                      <a:pt x="0" y="67"/>
                    </a:lnTo>
                    <a:lnTo>
                      <a:pt x="2" y="80"/>
                    </a:lnTo>
                    <a:lnTo>
                      <a:pt x="2" y="80"/>
                    </a:lnTo>
                    <a:lnTo>
                      <a:pt x="5" y="92"/>
                    </a:lnTo>
                    <a:lnTo>
                      <a:pt x="13" y="103"/>
                    </a:lnTo>
                    <a:lnTo>
                      <a:pt x="21" y="113"/>
                    </a:lnTo>
                    <a:lnTo>
                      <a:pt x="30" y="121"/>
                    </a:lnTo>
                    <a:lnTo>
                      <a:pt x="42" y="125"/>
                    </a:lnTo>
                    <a:lnTo>
                      <a:pt x="53" y="128"/>
                    </a:lnTo>
                    <a:lnTo>
                      <a:pt x="67" y="130"/>
                    </a:lnTo>
                    <a:lnTo>
                      <a:pt x="80" y="128"/>
                    </a:lnTo>
                    <a:lnTo>
                      <a:pt x="80" y="128"/>
                    </a:lnTo>
                    <a:lnTo>
                      <a:pt x="90" y="125"/>
                    </a:lnTo>
                    <a:lnTo>
                      <a:pt x="97" y="119"/>
                    </a:lnTo>
                    <a:lnTo>
                      <a:pt x="107" y="113"/>
                    </a:lnTo>
                    <a:lnTo>
                      <a:pt x="113" y="107"/>
                    </a:lnTo>
                    <a:lnTo>
                      <a:pt x="120" y="111"/>
                    </a:lnTo>
                    <a:lnTo>
                      <a:pt x="120" y="111"/>
                    </a:lnTo>
                    <a:lnTo>
                      <a:pt x="120" y="119"/>
                    </a:lnTo>
                    <a:lnTo>
                      <a:pt x="126" y="125"/>
                    </a:lnTo>
                    <a:lnTo>
                      <a:pt x="163" y="148"/>
                    </a:lnTo>
                    <a:lnTo>
                      <a:pt x="163" y="148"/>
                    </a:lnTo>
                    <a:lnTo>
                      <a:pt x="168" y="150"/>
                    </a:lnTo>
                    <a:lnTo>
                      <a:pt x="174" y="150"/>
                    </a:lnTo>
                    <a:lnTo>
                      <a:pt x="174" y="150"/>
                    </a:lnTo>
                    <a:lnTo>
                      <a:pt x="180" y="148"/>
                    </a:lnTo>
                    <a:lnTo>
                      <a:pt x="184" y="144"/>
                    </a:lnTo>
                    <a:lnTo>
                      <a:pt x="184" y="144"/>
                    </a:lnTo>
                    <a:lnTo>
                      <a:pt x="186" y="138"/>
                    </a:lnTo>
                    <a:lnTo>
                      <a:pt x="186" y="134"/>
                    </a:lnTo>
                    <a:lnTo>
                      <a:pt x="184" y="128"/>
                    </a:lnTo>
                    <a:lnTo>
                      <a:pt x="178" y="125"/>
                    </a:lnTo>
                    <a:lnTo>
                      <a:pt x="178" y="125"/>
                    </a:lnTo>
                    <a:close/>
                    <a:moveTo>
                      <a:pt x="74" y="105"/>
                    </a:moveTo>
                    <a:lnTo>
                      <a:pt x="74" y="105"/>
                    </a:lnTo>
                    <a:lnTo>
                      <a:pt x="65" y="105"/>
                    </a:lnTo>
                    <a:lnTo>
                      <a:pt x="57" y="105"/>
                    </a:lnTo>
                    <a:lnTo>
                      <a:pt x="50" y="103"/>
                    </a:lnTo>
                    <a:lnTo>
                      <a:pt x="44" y="100"/>
                    </a:lnTo>
                    <a:lnTo>
                      <a:pt x="36" y="96"/>
                    </a:lnTo>
                    <a:lnTo>
                      <a:pt x="30" y="90"/>
                    </a:lnTo>
                    <a:lnTo>
                      <a:pt x="27" y="82"/>
                    </a:lnTo>
                    <a:lnTo>
                      <a:pt x="25" y="75"/>
                    </a:lnTo>
                    <a:lnTo>
                      <a:pt x="25" y="75"/>
                    </a:lnTo>
                    <a:lnTo>
                      <a:pt x="23" y="67"/>
                    </a:lnTo>
                    <a:lnTo>
                      <a:pt x="23" y="57"/>
                    </a:lnTo>
                    <a:lnTo>
                      <a:pt x="27" y="50"/>
                    </a:lnTo>
                    <a:lnTo>
                      <a:pt x="28" y="44"/>
                    </a:lnTo>
                    <a:lnTo>
                      <a:pt x="34" y="36"/>
                    </a:lnTo>
                    <a:lnTo>
                      <a:pt x="40" y="33"/>
                    </a:lnTo>
                    <a:lnTo>
                      <a:pt x="48" y="27"/>
                    </a:lnTo>
                    <a:lnTo>
                      <a:pt x="55" y="25"/>
                    </a:lnTo>
                    <a:lnTo>
                      <a:pt x="55" y="25"/>
                    </a:lnTo>
                    <a:lnTo>
                      <a:pt x="63" y="23"/>
                    </a:lnTo>
                    <a:lnTo>
                      <a:pt x="71" y="25"/>
                    </a:lnTo>
                    <a:lnTo>
                      <a:pt x="78" y="27"/>
                    </a:lnTo>
                    <a:lnTo>
                      <a:pt x="86" y="31"/>
                    </a:lnTo>
                    <a:lnTo>
                      <a:pt x="92" y="34"/>
                    </a:lnTo>
                    <a:lnTo>
                      <a:pt x="97" y="40"/>
                    </a:lnTo>
                    <a:lnTo>
                      <a:pt x="101" y="48"/>
                    </a:lnTo>
                    <a:lnTo>
                      <a:pt x="105" y="56"/>
                    </a:lnTo>
                    <a:lnTo>
                      <a:pt x="105" y="56"/>
                    </a:lnTo>
                    <a:lnTo>
                      <a:pt x="105" y="63"/>
                    </a:lnTo>
                    <a:lnTo>
                      <a:pt x="105" y="71"/>
                    </a:lnTo>
                    <a:lnTo>
                      <a:pt x="103" y="79"/>
                    </a:lnTo>
                    <a:lnTo>
                      <a:pt x="99" y="86"/>
                    </a:lnTo>
                    <a:lnTo>
                      <a:pt x="96" y="92"/>
                    </a:lnTo>
                    <a:lnTo>
                      <a:pt x="90" y="98"/>
                    </a:lnTo>
                    <a:lnTo>
                      <a:pt x="82" y="102"/>
                    </a:lnTo>
                    <a:lnTo>
                      <a:pt x="74" y="105"/>
                    </a:lnTo>
                    <a:lnTo>
                      <a:pt x="74"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grpSp>
      </p:grpSp>
      <p:sp>
        <p:nvSpPr>
          <p:cNvPr id="30" name="Oval 29">
            <a:extLst>
              <a:ext uri="{FF2B5EF4-FFF2-40B4-BE49-F238E27FC236}">
                <a16:creationId xmlns:a16="http://schemas.microsoft.com/office/drawing/2014/main" id="{3ACF4294-7840-4271-856C-02765A5C99E0}"/>
              </a:ext>
            </a:extLst>
          </p:cNvPr>
          <p:cNvSpPr/>
          <p:nvPr/>
        </p:nvSpPr>
        <p:spPr>
          <a:xfrm>
            <a:off x="2905393" y="2449854"/>
            <a:ext cx="1228725" cy="1228725"/>
          </a:xfrm>
          <a:prstGeom prst="ellipse">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highlight>
                <a:srgbClr val="D8D8D8"/>
              </a:highlight>
            </a:endParaRPr>
          </a:p>
        </p:txBody>
      </p:sp>
      <p:sp>
        <p:nvSpPr>
          <p:cNvPr id="2" name="Title 1"/>
          <p:cNvSpPr>
            <a:spLocks noGrp="1"/>
          </p:cNvSpPr>
          <p:nvPr>
            <p:ph type="title"/>
          </p:nvPr>
        </p:nvSpPr>
        <p:spPr/>
        <p:txBody>
          <a:bodyPr/>
          <a:lstStyle/>
          <a:p>
            <a:r>
              <a:rPr lang="en-US" dirty="0" err="1"/>
              <a:t>gitlab</a:t>
            </a:r>
            <a:endParaRPr lang="en-US" dirty="0"/>
          </a:p>
        </p:txBody>
      </p:sp>
      <p:sp>
        <p:nvSpPr>
          <p:cNvPr id="3" name="Text Placeholder 2"/>
          <p:cNvSpPr>
            <a:spLocks noGrp="1"/>
          </p:cNvSpPr>
          <p:nvPr>
            <p:ph type="body" sz="quarter" idx="10"/>
          </p:nvPr>
        </p:nvSpPr>
        <p:spPr>
          <a:xfrm>
            <a:off x="381000" y="1014984"/>
            <a:ext cx="11430000" cy="395908"/>
          </a:xfrm>
        </p:spPr>
        <p:txBody>
          <a:bodyPr/>
          <a:lstStyle/>
          <a:p>
            <a:r>
              <a:rPr lang="en-US" dirty="0"/>
              <a:t>Features</a:t>
            </a:r>
          </a:p>
        </p:txBody>
      </p:sp>
      <p:sp>
        <p:nvSpPr>
          <p:cNvPr id="4" name="Footer Placeholder 3"/>
          <p:cNvSpPr>
            <a:spLocks noGrp="1"/>
          </p:cNvSpPr>
          <p:nvPr>
            <p:ph type="ftr" sz="quarter" idx="3"/>
          </p:nvPr>
        </p:nvSpPr>
        <p:spPr>
          <a:xfrm>
            <a:off x="381002" y="6576387"/>
            <a:ext cx="5714999" cy="206375"/>
          </a:xfrm>
        </p:spPr>
        <p:txBody>
          <a:bodyPr/>
          <a:lstStyle/>
          <a:p>
            <a:r>
              <a:rPr lang="en-US"/>
              <a:t>Copyright © 2017 Accenture  All rights reserved.</a:t>
            </a:r>
            <a:endParaRPr lang="en-US" dirty="0"/>
          </a:p>
        </p:txBody>
      </p:sp>
      <p:sp>
        <p:nvSpPr>
          <p:cNvPr id="5" name="Slide Number Placeholder 4"/>
          <p:cNvSpPr>
            <a:spLocks noGrp="1"/>
          </p:cNvSpPr>
          <p:nvPr>
            <p:ph type="sldNum" sz="quarter" idx="4"/>
          </p:nvPr>
        </p:nvSpPr>
        <p:spPr/>
        <p:txBody>
          <a:bodyPr/>
          <a:lstStyle/>
          <a:p>
            <a:fld id="{4F9AC08D-23A9-440E-BCB9-AA1E9877CC38}" type="slidenum">
              <a:rPr lang="en-US" smtClean="0"/>
              <a:pPr/>
              <a:t>8</a:t>
            </a:fld>
            <a:endParaRPr lang="en-US" dirty="0"/>
          </a:p>
        </p:txBody>
      </p:sp>
      <p:sp>
        <p:nvSpPr>
          <p:cNvPr id="46" name="TextBox 45">
            <a:extLst>
              <a:ext uri="{FF2B5EF4-FFF2-40B4-BE49-F238E27FC236}">
                <a16:creationId xmlns:a16="http://schemas.microsoft.com/office/drawing/2014/main" id="{6320123F-4C45-44FC-BF8C-716005E7DD6A}"/>
              </a:ext>
            </a:extLst>
          </p:cNvPr>
          <p:cNvSpPr txBox="1"/>
          <p:nvPr/>
        </p:nvSpPr>
        <p:spPr>
          <a:xfrm>
            <a:off x="2328672" y="4636008"/>
            <a:ext cx="2342478" cy="646331"/>
          </a:xfrm>
          <a:prstGeom prst="rect">
            <a:avLst/>
          </a:prstGeom>
          <a:noFill/>
        </p:spPr>
        <p:txBody>
          <a:bodyPr wrap="square" rtlCol="0">
            <a:spAutoFit/>
          </a:bodyPr>
          <a:lstStyle/>
          <a:p>
            <a:pPr algn="ctr"/>
            <a:r>
              <a:rPr lang="en-US" b="1" dirty="0">
                <a:solidFill>
                  <a:schemeClr val="bg1"/>
                </a:solidFill>
              </a:rPr>
              <a:t>GIT</a:t>
            </a:r>
          </a:p>
          <a:p>
            <a:pPr algn="ctr"/>
            <a:r>
              <a:rPr lang="en-US" b="1" dirty="0">
                <a:solidFill>
                  <a:schemeClr val="bg1"/>
                </a:solidFill>
              </a:rPr>
              <a:t>HOOKS</a:t>
            </a:r>
          </a:p>
        </p:txBody>
      </p:sp>
      <p:sp>
        <p:nvSpPr>
          <p:cNvPr id="28" name="TextBox 27">
            <a:extLst>
              <a:ext uri="{FF2B5EF4-FFF2-40B4-BE49-F238E27FC236}">
                <a16:creationId xmlns:a16="http://schemas.microsoft.com/office/drawing/2014/main" id="{65DD71F4-7E3E-4525-A830-DAAF44C9D116}"/>
              </a:ext>
            </a:extLst>
          </p:cNvPr>
          <p:cNvSpPr txBox="1"/>
          <p:nvPr/>
        </p:nvSpPr>
        <p:spPr>
          <a:xfrm>
            <a:off x="5437632" y="1389390"/>
            <a:ext cx="5961888" cy="4524315"/>
          </a:xfrm>
          <a:prstGeom prst="rect">
            <a:avLst/>
          </a:prstGeom>
          <a:noFill/>
        </p:spPr>
        <p:txBody>
          <a:bodyPr wrap="square" rtlCol="0">
            <a:spAutoFit/>
          </a:bodyPr>
          <a:lstStyle/>
          <a:p>
            <a:pPr marL="285750" indent="-285750" algn="just">
              <a:buFont typeface="Arial" panose="020B0604020202020204" pitchFamily="34" charset="0"/>
              <a:buChar char="•"/>
            </a:pPr>
            <a:r>
              <a:rPr lang="en-US" dirty="0">
                <a:solidFill>
                  <a:schemeClr val="bg1"/>
                </a:solidFill>
              </a:rPr>
              <a:t>Git natively supports hooks that are executed on different actions.</a:t>
            </a:r>
          </a:p>
          <a:p>
            <a:pPr algn="just"/>
            <a:endParaRPr lang="en-US" dirty="0">
              <a:solidFill>
                <a:schemeClr val="bg1"/>
              </a:solidFill>
            </a:endParaRPr>
          </a:p>
          <a:p>
            <a:pPr marL="285750" indent="-285750" algn="just">
              <a:buFont typeface="Arial" panose="020B0604020202020204" pitchFamily="34" charset="0"/>
              <a:buChar char="•"/>
            </a:pPr>
            <a:r>
              <a:rPr lang="en-US" dirty="0">
                <a:solidFill>
                  <a:schemeClr val="bg1"/>
                </a:solidFill>
              </a:rPr>
              <a:t>Normally, Git hooks are placed in the repository or project's hooks directory. </a:t>
            </a:r>
            <a:r>
              <a:rPr lang="en-US" dirty="0" err="1">
                <a:solidFill>
                  <a:schemeClr val="bg1"/>
                </a:solidFill>
              </a:rPr>
              <a:t>GitLab</a:t>
            </a:r>
            <a:r>
              <a:rPr lang="en-US" dirty="0">
                <a:solidFill>
                  <a:schemeClr val="bg1"/>
                </a:solidFill>
              </a:rPr>
              <a:t> creates a </a:t>
            </a:r>
            <a:r>
              <a:rPr lang="en-US" dirty="0" err="1">
                <a:solidFill>
                  <a:schemeClr val="bg1"/>
                </a:solidFill>
              </a:rPr>
              <a:t>symlink</a:t>
            </a:r>
            <a:r>
              <a:rPr lang="en-US" dirty="0">
                <a:solidFill>
                  <a:schemeClr val="bg1"/>
                </a:solidFill>
              </a:rPr>
              <a:t> from each project's hooks directory to the </a:t>
            </a:r>
            <a:r>
              <a:rPr lang="en-US" dirty="0" err="1">
                <a:solidFill>
                  <a:schemeClr val="bg1"/>
                </a:solidFill>
              </a:rPr>
              <a:t>gitlab</a:t>
            </a:r>
            <a:r>
              <a:rPr lang="en-US" dirty="0">
                <a:solidFill>
                  <a:schemeClr val="bg1"/>
                </a:solidFill>
              </a:rPr>
              <a:t>-shell hooks directory for ease of maintenance between </a:t>
            </a:r>
            <a:r>
              <a:rPr lang="en-US" dirty="0" err="1">
                <a:solidFill>
                  <a:schemeClr val="bg1"/>
                </a:solidFill>
              </a:rPr>
              <a:t>gitlab</a:t>
            </a:r>
            <a:r>
              <a:rPr lang="en-US" dirty="0">
                <a:solidFill>
                  <a:schemeClr val="bg1"/>
                </a:solidFill>
              </a:rPr>
              <a:t>-shell upgrades. As such, custom hooks are implemented a little differently. Behavior is exactly the same once the hook is created, though.</a:t>
            </a:r>
          </a:p>
          <a:p>
            <a:pPr marL="285750" indent="-285750" algn="just">
              <a:buFont typeface="Arial" panose="020B0604020202020204" pitchFamily="34" charset="0"/>
              <a:buChar char="•"/>
            </a:pPr>
            <a:endParaRPr lang="en-US" dirty="0">
              <a:solidFill>
                <a:schemeClr val="bg1"/>
              </a:solidFill>
            </a:endParaRPr>
          </a:p>
          <a:p>
            <a:pPr marL="285750" indent="-285750" algn="just">
              <a:buFont typeface="Arial" panose="020B0604020202020204" pitchFamily="34" charset="0"/>
              <a:buChar char="•"/>
            </a:pPr>
            <a:r>
              <a:rPr lang="en-US" dirty="0">
                <a:solidFill>
                  <a:schemeClr val="bg1"/>
                </a:solidFill>
              </a:rPr>
              <a:t>Note: Custom Git hooks must be configured on the filesystem of the </a:t>
            </a:r>
            <a:r>
              <a:rPr lang="en-US" dirty="0" err="1">
                <a:solidFill>
                  <a:schemeClr val="bg1"/>
                </a:solidFill>
              </a:rPr>
              <a:t>GitLab</a:t>
            </a:r>
            <a:r>
              <a:rPr lang="en-US" dirty="0">
                <a:solidFill>
                  <a:schemeClr val="bg1"/>
                </a:solidFill>
              </a:rPr>
              <a:t> server. Only </a:t>
            </a:r>
            <a:r>
              <a:rPr lang="en-US" dirty="0" err="1">
                <a:solidFill>
                  <a:schemeClr val="bg1"/>
                </a:solidFill>
              </a:rPr>
              <a:t>GitLab</a:t>
            </a:r>
            <a:r>
              <a:rPr lang="en-US" dirty="0">
                <a:solidFill>
                  <a:schemeClr val="bg1"/>
                </a:solidFill>
              </a:rPr>
              <a:t> server administrators will be able to complete these tasks. </a:t>
            </a:r>
          </a:p>
        </p:txBody>
      </p:sp>
      <p:pic>
        <p:nvPicPr>
          <p:cNvPr id="29" name="Picture 28">
            <a:extLst>
              <a:ext uri="{FF2B5EF4-FFF2-40B4-BE49-F238E27FC236}">
                <a16:creationId xmlns:a16="http://schemas.microsoft.com/office/drawing/2014/main" id="{7BBBD571-1AC9-4700-B8AE-71BEC0AB00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19664" y="2604029"/>
            <a:ext cx="962446" cy="962446"/>
          </a:xfrm>
          <a:prstGeom prst="rect">
            <a:avLst/>
          </a:prstGeom>
        </p:spPr>
      </p:pic>
    </p:spTree>
    <p:extLst>
      <p:ext uri="{BB962C8B-B14F-4D97-AF65-F5344CB8AC3E}">
        <p14:creationId xmlns:p14="http://schemas.microsoft.com/office/powerpoint/2010/main" val="2153585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1C5B76AC-B913-483C-A60F-41B9CC3AC8D6}"/>
              </a:ext>
            </a:extLst>
          </p:cNvPr>
          <p:cNvGrpSpPr/>
          <p:nvPr/>
        </p:nvGrpSpPr>
        <p:grpSpPr>
          <a:xfrm>
            <a:off x="2694429" y="2267116"/>
            <a:ext cx="1601176" cy="1820252"/>
            <a:chOff x="5846623" y="4384347"/>
            <a:chExt cx="1422512" cy="1658175"/>
          </a:xfrm>
        </p:grpSpPr>
        <p:sp>
          <p:nvSpPr>
            <p:cNvPr id="16" name="Freeform 8">
              <a:extLst>
                <a:ext uri="{FF2B5EF4-FFF2-40B4-BE49-F238E27FC236}">
                  <a16:creationId xmlns:a16="http://schemas.microsoft.com/office/drawing/2014/main" id="{703B608C-A3EB-4534-9508-35BEA05A99F1}"/>
                </a:ext>
              </a:extLst>
            </p:cNvPr>
            <p:cNvSpPr>
              <a:spLocks/>
            </p:cNvSpPr>
            <p:nvPr/>
          </p:nvSpPr>
          <p:spPr bwMode="auto">
            <a:xfrm>
              <a:off x="5846623" y="4384347"/>
              <a:ext cx="1422512" cy="1658175"/>
            </a:xfrm>
            <a:custGeom>
              <a:avLst/>
              <a:gdLst>
                <a:gd name="T0" fmla="*/ 176 w 352"/>
                <a:gd name="T1" fmla="*/ 0 h 410"/>
                <a:gd name="T2" fmla="*/ 0 w 352"/>
                <a:gd name="T3" fmla="*/ 176 h 410"/>
                <a:gd name="T4" fmla="*/ 121 w 352"/>
                <a:gd name="T5" fmla="*/ 343 h 410"/>
                <a:gd name="T6" fmla="*/ 165 w 352"/>
                <a:gd name="T7" fmla="*/ 398 h 410"/>
                <a:gd name="T8" fmla="*/ 176 w 352"/>
                <a:gd name="T9" fmla="*/ 410 h 410"/>
                <a:gd name="T10" fmla="*/ 186 w 352"/>
                <a:gd name="T11" fmla="*/ 398 h 410"/>
                <a:gd name="T12" fmla="*/ 230 w 352"/>
                <a:gd name="T13" fmla="*/ 343 h 410"/>
                <a:gd name="T14" fmla="*/ 352 w 352"/>
                <a:gd name="T15" fmla="*/ 176 h 410"/>
                <a:gd name="T16" fmla="*/ 176 w 352"/>
                <a:gd name="T17" fmla="*/ 0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10">
                  <a:moveTo>
                    <a:pt x="176" y="0"/>
                  </a:moveTo>
                  <a:cubicBezTo>
                    <a:pt x="79" y="0"/>
                    <a:pt x="0" y="78"/>
                    <a:pt x="0" y="176"/>
                  </a:cubicBezTo>
                  <a:cubicBezTo>
                    <a:pt x="0" y="251"/>
                    <a:pt x="50" y="320"/>
                    <a:pt x="121" y="343"/>
                  </a:cubicBezTo>
                  <a:cubicBezTo>
                    <a:pt x="136" y="363"/>
                    <a:pt x="151" y="382"/>
                    <a:pt x="165" y="398"/>
                  </a:cubicBezTo>
                  <a:cubicBezTo>
                    <a:pt x="176" y="410"/>
                    <a:pt x="176" y="410"/>
                    <a:pt x="176" y="410"/>
                  </a:cubicBezTo>
                  <a:cubicBezTo>
                    <a:pt x="186" y="398"/>
                    <a:pt x="186" y="398"/>
                    <a:pt x="186" y="398"/>
                  </a:cubicBezTo>
                  <a:cubicBezTo>
                    <a:pt x="201" y="382"/>
                    <a:pt x="216" y="363"/>
                    <a:pt x="230" y="343"/>
                  </a:cubicBezTo>
                  <a:cubicBezTo>
                    <a:pt x="302" y="320"/>
                    <a:pt x="352" y="251"/>
                    <a:pt x="352" y="176"/>
                  </a:cubicBezTo>
                  <a:cubicBezTo>
                    <a:pt x="352" y="78"/>
                    <a:pt x="273" y="0"/>
                    <a:pt x="176" y="0"/>
                  </a:cubicBezTo>
                  <a:close/>
                </a:path>
              </a:pathLst>
            </a:custGeom>
            <a:solidFill>
              <a:srgbClr val="FFC000"/>
            </a:solidFill>
            <a:ln>
              <a:noFill/>
            </a:ln>
            <a:extLst/>
          </p:spPr>
          <p:txBody>
            <a:bodyPr vert="horz" wrap="square" lIns="91440" tIns="45720" rIns="91440" bIns="45720" numCol="1" anchor="t" anchorCtr="0" compatLnSpc="1">
              <a:prstTxWarp prst="textNoShape">
                <a:avLst/>
              </a:prstTxWarp>
            </a:bodyPr>
            <a:lstStyle/>
            <a:p>
              <a:endParaRPr lang="en-IE"/>
            </a:p>
          </p:txBody>
        </p:sp>
        <p:sp>
          <p:nvSpPr>
            <p:cNvPr id="17" name="Oval 16">
              <a:extLst>
                <a:ext uri="{FF2B5EF4-FFF2-40B4-BE49-F238E27FC236}">
                  <a16:creationId xmlns:a16="http://schemas.microsoft.com/office/drawing/2014/main" id="{DA7DDDFE-38A5-4D1F-9125-28C33959425F}"/>
                </a:ext>
              </a:extLst>
            </p:cNvPr>
            <p:cNvSpPr/>
            <p:nvPr/>
          </p:nvSpPr>
          <p:spPr>
            <a:xfrm>
              <a:off x="5943516" y="4483580"/>
              <a:ext cx="1228725" cy="1228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4">
              <a:extLst>
                <a:ext uri="{FF2B5EF4-FFF2-40B4-BE49-F238E27FC236}">
                  <a16:creationId xmlns:a16="http://schemas.microsoft.com/office/drawing/2014/main" id="{246E9D65-DBA2-44C1-960D-6C99E1DE4869}"/>
                </a:ext>
              </a:extLst>
            </p:cNvPr>
            <p:cNvSpPr>
              <a:spLocks noEditPoints="1"/>
            </p:cNvSpPr>
            <p:nvPr/>
          </p:nvSpPr>
          <p:spPr bwMode="auto">
            <a:xfrm>
              <a:off x="6168648" y="4720340"/>
              <a:ext cx="785943" cy="635750"/>
            </a:xfrm>
            <a:custGeom>
              <a:avLst/>
              <a:gdLst>
                <a:gd name="T0" fmla="*/ 291 w 382"/>
                <a:gd name="T1" fmla="*/ 205 h 309"/>
                <a:gd name="T2" fmla="*/ 270 w 382"/>
                <a:gd name="T3" fmla="*/ 202 h 309"/>
                <a:gd name="T4" fmla="*/ 249 w 382"/>
                <a:gd name="T5" fmla="*/ 196 h 309"/>
                <a:gd name="T6" fmla="*/ 265 w 382"/>
                <a:gd name="T7" fmla="*/ 152 h 309"/>
                <a:gd name="T8" fmla="*/ 265 w 382"/>
                <a:gd name="T9" fmla="*/ 115 h 309"/>
                <a:gd name="T10" fmla="*/ 259 w 382"/>
                <a:gd name="T11" fmla="*/ 88 h 309"/>
                <a:gd name="T12" fmla="*/ 240 w 382"/>
                <a:gd name="T13" fmla="*/ 54 h 309"/>
                <a:gd name="T14" fmla="*/ 213 w 382"/>
                <a:gd name="T15" fmla="*/ 27 h 309"/>
                <a:gd name="T16" fmla="*/ 180 w 382"/>
                <a:gd name="T17" fmla="*/ 8 h 309"/>
                <a:gd name="T18" fmla="*/ 142 w 382"/>
                <a:gd name="T19" fmla="*/ 0 h 309"/>
                <a:gd name="T20" fmla="*/ 102 w 382"/>
                <a:gd name="T21" fmla="*/ 4 h 309"/>
                <a:gd name="T22" fmla="*/ 77 w 382"/>
                <a:gd name="T23" fmla="*/ 14 h 309"/>
                <a:gd name="T24" fmla="*/ 44 w 382"/>
                <a:gd name="T25" fmla="*/ 35 h 309"/>
                <a:gd name="T26" fmla="*/ 19 w 382"/>
                <a:gd name="T27" fmla="*/ 63 h 309"/>
                <a:gd name="T28" fmla="*/ 6 w 382"/>
                <a:gd name="T29" fmla="*/ 100 h 309"/>
                <a:gd name="T30" fmla="*/ 0 w 382"/>
                <a:gd name="T31" fmla="*/ 138 h 309"/>
                <a:gd name="T32" fmla="*/ 4 w 382"/>
                <a:gd name="T33" fmla="*/ 165 h 309"/>
                <a:gd name="T34" fmla="*/ 19 w 382"/>
                <a:gd name="T35" fmla="*/ 202 h 309"/>
                <a:gd name="T36" fmla="*/ 44 w 382"/>
                <a:gd name="T37" fmla="*/ 232 h 309"/>
                <a:gd name="T38" fmla="*/ 75 w 382"/>
                <a:gd name="T39" fmla="*/ 253 h 309"/>
                <a:gd name="T40" fmla="*/ 111 w 382"/>
                <a:gd name="T41" fmla="*/ 265 h 309"/>
                <a:gd name="T42" fmla="*/ 152 w 382"/>
                <a:gd name="T43" fmla="*/ 265 h 309"/>
                <a:gd name="T44" fmla="*/ 184 w 382"/>
                <a:gd name="T45" fmla="*/ 255 h 309"/>
                <a:gd name="T46" fmla="*/ 234 w 382"/>
                <a:gd name="T47" fmla="*/ 219 h 309"/>
                <a:gd name="T48" fmla="*/ 247 w 382"/>
                <a:gd name="T49" fmla="*/ 236 h 309"/>
                <a:gd name="T50" fmla="*/ 261 w 382"/>
                <a:gd name="T51" fmla="*/ 255 h 309"/>
                <a:gd name="T52" fmla="*/ 343 w 382"/>
                <a:gd name="T53" fmla="*/ 307 h 309"/>
                <a:gd name="T54" fmla="*/ 361 w 382"/>
                <a:gd name="T55" fmla="*/ 309 h 309"/>
                <a:gd name="T56" fmla="*/ 378 w 382"/>
                <a:gd name="T57" fmla="*/ 296 h 309"/>
                <a:gd name="T58" fmla="*/ 382 w 382"/>
                <a:gd name="T59" fmla="*/ 286 h 309"/>
                <a:gd name="T60" fmla="*/ 374 w 382"/>
                <a:gd name="T61" fmla="*/ 259 h 309"/>
                <a:gd name="T62" fmla="*/ 159 w 382"/>
                <a:gd name="T63" fmla="*/ 238 h 309"/>
                <a:gd name="T64" fmla="*/ 115 w 382"/>
                <a:gd name="T65" fmla="*/ 240 h 309"/>
                <a:gd name="T66" fmla="*/ 59 w 382"/>
                <a:gd name="T67" fmla="*/ 213 h 309"/>
                <a:gd name="T68" fmla="*/ 29 w 382"/>
                <a:gd name="T69" fmla="*/ 159 h 309"/>
                <a:gd name="T70" fmla="*/ 27 w 382"/>
                <a:gd name="T71" fmla="*/ 115 h 309"/>
                <a:gd name="T72" fmla="*/ 54 w 382"/>
                <a:gd name="T73" fmla="*/ 60 h 309"/>
                <a:gd name="T74" fmla="*/ 107 w 382"/>
                <a:gd name="T75" fmla="*/ 29 h 309"/>
                <a:gd name="T76" fmla="*/ 152 w 382"/>
                <a:gd name="T77" fmla="*/ 27 h 309"/>
                <a:gd name="T78" fmla="*/ 207 w 382"/>
                <a:gd name="T79" fmla="*/ 54 h 309"/>
                <a:gd name="T80" fmla="*/ 238 w 382"/>
                <a:gd name="T81" fmla="*/ 108 h 309"/>
                <a:gd name="T82" fmla="*/ 240 w 382"/>
                <a:gd name="T83" fmla="*/ 152 h 309"/>
                <a:gd name="T84" fmla="*/ 213 w 382"/>
                <a:gd name="T85" fmla="*/ 207 h 309"/>
                <a:gd name="T86" fmla="*/ 159 w 382"/>
                <a:gd name="T87" fmla="*/ 238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82" h="309">
                  <a:moveTo>
                    <a:pt x="370" y="255"/>
                  </a:moveTo>
                  <a:lnTo>
                    <a:pt x="291" y="205"/>
                  </a:lnTo>
                  <a:lnTo>
                    <a:pt x="291" y="205"/>
                  </a:lnTo>
                  <a:lnTo>
                    <a:pt x="286" y="203"/>
                  </a:lnTo>
                  <a:lnTo>
                    <a:pt x="282" y="202"/>
                  </a:lnTo>
                  <a:lnTo>
                    <a:pt x="270" y="202"/>
                  </a:lnTo>
                  <a:lnTo>
                    <a:pt x="270" y="202"/>
                  </a:lnTo>
                  <a:lnTo>
                    <a:pt x="263" y="205"/>
                  </a:lnTo>
                  <a:lnTo>
                    <a:pt x="249" y="196"/>
                  </a:lnTo>
                  <a:lnTo>
                    <a:pt x="249" y="196"/>
                  </a:lnTo>
                  <a:lnTo>
                    <a:pt x="259" y="175"/>
                  </a:lnTo>
                  <a:lnTo>
                    <a:pt x="265" y="152"/>
                  </a:lnTo>
                  <a:lnTo>
                    <a:pt x="267" y="138"/>
                  </a:lnTo>
                  <a:lnTo>
                    <a:pt x="267" y="127"/>
                  </a:lnTo>
                  <a:lnTo>
                    <a:pt x="265" y="115"/>
                  </a:lnTo>
                  <a:lnTo>
                    <a:pt x="263" y="102"/>
                  </a:lnTo>
                  <a:lnTo>
                    <a:pt x="263" y="102"/>
                  </a:lnTo>
                  <a:lnTo>
                    <a:pt x="259" y="88"/>
                  </a:lnTo>
                  <a:lnTo>
                    <a:pt x="253" y="77"/>
                  </a:lnTo>
                  <a:lnTo>
                    <a:pt x="247" y="65"/>
                  </a:lnTo>
                  <a:lnTo>
                    <a:pt x="240" y="54"/>
                  </a:lnTo>
                  <a:lnTo>
                    <a:pt x="232" y="44"/>
                  </a:lnTo>
                  <a:lnTo>
                    <a:pt x="222" y="35"/>
                  </a:lnTo>
                  <a:lnTo>
                    <a:pt x="213" y="27"/>
                  </a:lnTo>
                  <a:lnTo>
                    <a:pt x="203" y="19"/>
                  </a:lnTo>
                  <a:lnTo>
                    <a:pt x="192" y="14"/>
                  </a:lnTo>
                  <a:lnTo>
                    <a:pt x="180" y="8"/>
                  </a:lnTo>
                  <a:lnTo>
                    <a:pt x="167" y="4"/>
                  </a:lnTo>
                  <a:lnTo>
                    <a:pt x="155" y="2"/>
                  </a:lnTo>
                  <a:lnTo>
                    <a:pt x="142" y="0"/>
                  </a:lnTo>
                  <a:lnTo>
                    <a:pt x="128" y="0"/>
                  </a:lnTo>
                  <a:lnTo>
                    <a:pt x="115" y="2"/>
                  </a:lnTo>
                  <a:lnTo>
                    <a:pt x="102" y="4"/>
                  </a:lnTo>
                  <a:lnTo>
                    <a:pt x="102" y="4"/>
                  </a:lnTo>
                  <a:lnTo>
                    <a:pt x="88" y="8"/>
                  </a:lnTo>
                  <a:lnTo>
                    <a:pt x="77" y="14"/>
                  </a:lnTo>
                  <a:lnTo>
                    <a:pt x="65" y="19"/>
                  </a:lnTo>
                  <a:lnTo>
                    <a:pt x="54" y="27"/>
                  </a:lnTo>
                  <a:lnTo>
                    <a:pt x="44" y="35"/>
                  </a:lnTo>
                  <a:lnTo>
                    <a:pt x="35" y="44"/>
                  </a:lnTo>
                  <a:lnTo>
                    <a:pt x="27" y="54"/>
                  </a:lnTo>
                  <a:lnTo>
                    <a:pt x="19" y="63"/>
                  </a:lnTo>
                  <a:lnTo>
                    <a:pt x="13" y="75"/>
                  </a:lnTo>
                  <a:lnTo>
                    <a:pt x="10" y="86"/>
                  </a:lnTo>
                  <a:lnTo>
                    <a:pt x="6" y="100"/>
                  </a:lnTo>
                  <a:lnTo>
                    <a:pt x="2" y="111"/>
                  </a:lnTo>
                  <a:lnTo>
                    <a:pt x="0" y="125"/>
                  </a:lnTo>
                  <a:lnTo>
                    <a:pt x="0" y="138"/>
                  </a:lnTo>
                  <a:lnTo>
                    <a:pt x="2" y="152"/>
                  </a:lnTo>
                  <a:lnTo>
                    <a:pt x="4" y="165"/>
                  </a:lnTo>
                  <a:lnTo>
                    <a:pt x="4" y="165"/>
                  </a:lnTo>
                  <a:lnTo>
                    <a:pt x="8" y="179"/>
                  </a:lnTo>
                  <a:lnTo>
                    <a:pt x="13" y="190"/>
                  </a:lnTo>
                  <a:lnTo>
                    <a:pt x="19" y="202"/>
                  </a:lnTo>
                  <a:lnTo>
                    <a:pt x="27" y="213"/>
                  </a:lnTo>
                  <a:lnTo>
                    <a:pt x="35" y="223"/>
                  </a:lnTo>
                  <a:lnTo>
                    <a:pt x="44" y="232"/>
                  </a:lnTo>
                  <a:lnTo>
                    <a:pt x="54" y="240"/>
                  </a:lnTo>
                  <a:lnTo>
                    <a:pt x="63" y="248"/>
                  </a:lnTo>
                  <a:lnTo>
                    <a:pt x="75" y="253"/>
                  </a:lnTo>
                  <a:lnTo>
                    <a:pt x="86" y="257"/>
                  </a:lnTo>
                  <a:lnTo>
                    <a:pt x="100" y="261"/>
                  </a:lnTo>
                  <a:lnTo>
                    <a:pt x="111" y="265"/>
                  </a:lnTo>
                  <a:lnTo>
                    <a:pt x="125" y="267"/>
                  </a:lnTo>
                  <a:lnTo>
                    <a:pt x="138" y="267"/>
                  </a:lnTo>
                  <a:lnTo>
                    <a:pt x="152" y="265"/>
                  </a:lnTo>
                  <a:lnTo>
                    <a:pt x="165" y="263"/>
                  </a:lnTo>
                  <a:lnTo>
                    <a:pt x="165" y="263"/>
                  </a:lnTo>
                  <a:lnTo>
                    <a:pt x="184" y="255"/>
                  </a:lnTo>
                  <a:lnTo>
                    <a:pt x="203" y="246"/>
                  </a:lnTo>
                  <a:lnTo>
                    <a:pt x="221" y="234"/>
                  </a:lnTo>
                  <a:lnTo>
                    <a:pt x="234" y="219"/>
                  </a:lnTo>
                  <a:lnTo>
                    <a:pt x="247" y="228"/>
                  </a:lnTo>
                  <a:lnTo>
                    <a:pt x="247" y="228"/>
                  </a:lnTo>
                  <a:lnTo>
                    <a:pt x="247" y="236"/>
                  </a:lnTo>
                  <a:lnTo>
                    <a:pt x="251" y="244"/>
                  </a:lnTo>
                  <a:lnTo>
                    <a:pt x="255" y="249"/>
                  </a:lnTo>
                  <a:lnTo>
                    <a:pt x="261" y="255"/>
                  </a:lnTo>
                  <a:lnTo>
                    <a:pt x="338" y="305"/>
                  </a:lnTo>
                  <a:lnTo>
                    <a:pt x="338" y="305"/>
                  </a:lnTo>
                  <a:lnTo>
                    <a:pt x="343" y="307"/>
                  </a:lnTo>
                  <a:lnTo>
                    <a:pt x="349" y="309"/>
                  </a:lnTo>
                  <a:lnTo>
                    <a:pt x="355" y="309"/>
                  </a:lnTo>
                  <a:lnTo>
                    <a:pt x="361" y="309"/>
                  </a:lnTo>
                  <a:lnTo>
                    <a:pt x="361" y="309"/>
                  </a:lnTo>
                  <a:lnTo>
                    <a:pt x="370" y="303"/>
                  </a:lnTo>
                  <a:lnTo>
                    <a:pt x="378" y="296"/>
                  </a:lnTo>
                  <a:lnTo>
                    <a:pt x="378" y="296"/>
                  </a:lnTo>
                  <a:lnTo>
                    <a:pt x="382" y="292"/>
                  </a:lnTo>
                  <a:lnTo>
                    <a:pt x="382" y="286"/>
                  </a:lnTo>
                  <a:lnTo>
                    <a:pt x="382" y="274"/>
                  </a:lnTo>
                  <a:lnTo>
                    <a:pt x="378" y="265"/>
                  </a:lnTo>
                  <a:lnTo>
                    <a:pt x="374" y="259"/>
                  </a:lnTo>
                  <a:lnTo>
                    <a:pt x="370" y="255"/>
                  </a:lnTo>
                  <a:lnTo>
                    <a:pt x="370" y="255"/>
                  </a:lnTo>
                  <a:close/>
                  <a:moveTo>
                    <a:pt x="159" y="238"/>
                  </a:moveTo>
                  <a:lnTo>
                    <a:pt x="159" y="238"/>
                  </a:lnTo>
                  <a:lnTo>
                    <a:pt x="138" y="242"/>
                  </a:lnTo>
                  <a:lnTo>
                    <a:pt x="115" y="240"/>
                  </a:lnTo>
                  <a:lnTo>
                    <a:pt x="96" y="234"/>
                  </a:lnTo>
                  <a:lnTo>
                    <a:pt x="77" y="226"/>
                  </a:lnTo>
                  <a:lnTo>
                    <a:pt x="59" y="213"/>
                  </a:lnTo>
                  <a:lnTo>
                    <a:pt x="46" y="198"/>
                  </a:lnTo>
                  <a:lnTo>
                    <a:pt x="35" y="180"/>
                  </a:lnTo>
                  <a:lnTo>
                    <a:pt x="29" y="159"/>
                  </a:lnTo>
                  <a:lnTo>
                    <a:pt x="29" y="159"/>
                  </a:lnTo>
                  <a:lnTo>
                    <a:pt x="25" y="136"/>
                  </a:lnTo>
                  <a:lnTo>
                    <a:pt x="27" y="115"/>
                  </a:lnTo>
                  <a:lnTo>
                    <a:pt x="33" y="96"/>
                  </a:lnTo>
                  <a:lnTo>
                    <a:pt x="40" y="77"/>
                  </a:lnTo>
                  <a:lnTo>
                    <a:pt x="54" y="60"/>
                  </a:lnTo>
                  <a:lnTo>
                    <a:pt x="69" y="46"/>
                  </a:lnTo>
                  <a:lnTo>
                    <a:pt x="86" y="35"/>
                  </a:lnTo>
                  <a:lnTo>
                    <a:pt x="107" y="29"/>
                  </a:lnTo>
                  <a:lnTo>
                    <a:pt x="107" y="29"/>
                  </a:lnTo>
                  <a:lnTo>
                    <a:pt x="130" y="25"/>
                  </a:lnTo>
                  <a:lnTo>
                    <a:pt x="152" y="27"/>
                  </a:lnTo>
                  <a:lnTo>
                    <a:pt x="171" y="31"/>
                  </a:lnTo>
                  <a:lnTo>
                    <a:pt x="190" y="40"/>
                  </a:lnTo>
                  <a:lnTo>
                    <a:pt x="207" y="54"/>
                  </a:lnTo>
                  <a:lnTo>
                    <a:pt x="221" y="69"/>
                  </a:lnTo>
                  <a:lnTo>
                    <a:pt x="232" y="86"/>
                  </a:lnTo>
                  <a:lnTo>
                    <a:pt x="238" y="108"/>
                  </a:lnTo>
                  <a:lnTo>
                    <a:pt x="238" y="108"/>
                  </a:lnTo>
                  <a:lnTo>
                    <a:pt x="242" y="129"/>
                  </a:lnTo>
                  <a:lnTo>
                    <a:pt x="240" y="152"/>
                  </a:lnTo>
                  <a:lnTo>
                    <a:pt x="234" y="171"/>
                  </a:lnTo>
                  <a:lnTo>
                    <a:pt x="226" y="190"/>
                  </a:lnTo>
                  <a:lnTo>
                    <a:pt x="213" y="207"/>
                  </a:lnTo>
                  <a:lnTo>
                    <a:pt x="198" y="221"/>
                  </a:lnTo>
                  <a:lnTo>
                    <a:pt x="180" y="232"/>
                  </a:lnTo>
                  <a:lnTo>
                    <a:pt x="159" y="238"/>
                  </a:lnTo>
                  <a:lnTo>
                    <a:pt x="159" y="238"/>
                  </a:lnTo>
                  <a:close/>
                </a:path>
              </a:pathLst>
            </a:custGeom>
            <a:solidFill>
              <a:srgbClr val="FFC000"/>
            </a:solidFill>
            <a:ln>
              <a:noFill/>
            </a:ln>
            <a:extLst/>
          </p:spPr>
          <p:txBody>
            <a:bodyPr vert="horz" wrap="square" lIns="91440" tIns="45720" rIns="91440" bIns="45720" numCol="1" anchor="t" anchorCtr="0" compatLnSpc="1">
              <a:prstTxWarp prst="textNoShape">
                <a:avLst/>
              </a:prstTxWarp>
            </a:bodyPr>
            <a:lstStyle/>
            <a:p>
              <a:endParaRPr lang="en-IE"/>
            </a:p>
          </p:txBody>
        </p:sp>
      </p:grpSp>
      <p:sp>
        <p:nvSpPr>
          <p:cNvPr id="2" name="Title 1"/>
          <p:cNvSpPr>
            <a:spLocks noGrp="1"/>
          </p:cNvSpPr>
          <p:nvPr>
            <p:ph type="title"/>
          </p:nvPr>
        </p:nvSpPr>
        <p:spPr/>
        <p:txBody>
          <a:bodyPr/>
          <a:lstStyle/>
          <a:p>
            <a:r>
              <a:rPr lang="en-US" dirty="0" err="1"/>
              <a:t>gitlab</a:t>
            </a:r>
            <a:endParaRPr lang="en-US" dirty="0"/>
          </a:p>
        </p:txBody>
      </p:sp>
      <p:sp>
        <p:nvSpPr>
          <p:cNvPr id="3" name="Text Placeholder 2"/>
          <p:cNvSpPr>
            <a:spLocks noGrp="1"/>
          </p:cNvSpPr>
          <p:nvPr>
            <p:ph type="body" sz="quarter" idx="10"/>
          </p:nvPr>
        </p:nvSpPr>
        <p:spPr>
          <a:xfrm>
            <a:off x="381000" y="1014984"/>
            <a:ext cx="11430000" cy="395908"/>
          </a:xfrm>
        </p:spPr>
        <p:txBody>
          <a:bodyPr/>
          <a:lstStyle/>
          <a:p>
            <a:r>
              <a:rPr lang="en-US" dirty="0"/>
              <a:t>Features</a:t>
            </a:r>
          </a:p>
        </p:txBody>
      </p:sp>
      <p:sp>
        <p:nvSpPr>
          <p:cNvPr id="4" name="Footer Placeholder 3"/>
          <p:cNvSpPr>
            <a:spLocks noGrp="1"/>
          </p:cNvSpPr>
          <p:nvPr>
            <p:ph type="ftr" sz="quarter" idx="3"/>
          </p:nvPr>
        </p:nvSpPr>
        <p:spPr>
          <a:xfrm>
            <a:off x="381002" y="6576387"/>
            <a:ext cx="5714999" cy="206375"/>
          </a:xfrm>
        </p:spPr>
        <p:txBody>
          <a:bodyPr/>
          <a:lstStyle/>
          <a:p>
            <a:r>
              <a:rPr lang="en-US"/>
              <a:t>Copyright © 2017 Accenture  All rights reserved.</a:t>
            </a:r>
            <a:endParaRPr lang="en-US" dirty="0"/>
          </a:p>
        </p:txBody>
      </p:sp>
      <p:sp>
        <p:nvSpPr>
          <p:cNvPr id="5" name="Slide Number Placeholder 4"/>
          <p:cNvSpPr>
            <a:spLocks noGrp="1"/>
          </p:cNvSpPr>
          <p:nvPr>
            <p:ph type="sldNum" sz="quarter" idx="4"/>
          </p:nvPr>
        </p:nvSpPr>
        <p:spPr/>
        <p:txBody>
          <a:bodyPr/>
          <a:lstStyle/>
          <a:p>
            <a:fld id="{4F9AC08D-23A9-440E-BCB9-AA1E9877CC38}" type="slidenum">
              <a:rPr lang="en-US" smtClean="0"/>
              <a:pPr/>
              <a:t>9</a:t>
            </a:fld>
            <a:endParaRPr lang="en-US" dirty="0"/>
          </a:p>
        </p:txBody>
      </p:sp>
      <p:sp>
        <p:nvSpPr>
          <p:cNvPr id="46" name="TextBox 45">
            <a:extLst>
              <a:ext uri="{FF2B5EF4-FFF2-40B4-BE49-F238E27FC236}">
                <a16:creationId xmlns:a16="http://schemas.microsoft.com/office/drawing/2014/main" id="{6320123F-4C45-44FC-BF8C-716005E7DD6A}"/>
              </a:ext>
            </a:extLst>
          </p:cNvPr>
          <p:cNvSpPr txBox="1"/>
          <p:nvPr/>
        </p:nvSpPr>
        <p:spPr>
          <a:xfrm>
            <a:off x="2328672" y="4636008"/>
            <a:ext cx="2342478" cy="646331"/>
          </a:xfrm>
          <a:prstGeom prst="rect">
            <a:avLst/>
          </a:prstGeom>
          <a:noFill/>
        </p:spPr>
        <p:txBody>
          <a:bodyPr wrap="square" rtlCol="0">
            <a:spAutoFit/>
          </a:bodyPr>
          <a:lstStyle/>
          <a:p>
            <a:pPr algn="ctr"/>
            <a:r>
              <a:rPr lang="en-US" b="1" dirty="0">
                <a:solidFill>
                  <a:schemeClr val="bg1"/>
                </a:solidFill>
              </a:rPr>
              <a:t>ISSUE MANAGEMENT</a:t>
            </a:r>
          </a:p>
        </p:txBody>
      </p:sp>
      <p:sp>
        <p:nvSpPr>
          <p:cNvPr id="19" name="TextBox 18">
            <a:extLst>
              <a:ext uri="{FF2B5EF4-FFF2-40B4-BE49-F238E27FC236}">
                <a16:creationId xmlns:a16="http://schemas.microsoft.com/office/drawing/2014/main" id="{922A504C-F5FE-4902-B597-10EC9A6161E1}"/>
              </a:ext>
            </a:extLst>
          </p:cNvPr>
          <p:cNvSpPr txBox="1"/>
          <p:nvPr/>
        </p:nvSpPr>
        <p:spPr>
          <a:xfrm>
            <a:off x="5679949" y="2056568"/>
            <a:ext cx="5961888" cy="3477875"/>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solidFill>
                  <a:schemeClr val="bg1"/>
                </a:solidFill>
              </a:rPr>
              <a:t>Track issues and communicate progress without switching between products.</a:t>
            </a:r>
          </a:p>
          <a:p>
            <a:pPr marL="342900" indent="-342900" algn="just">
              <a:buFont typeface="Arial" panose="020B0604020202020204" pitchFamily="34" charset="0"/>
              <a:buChar char="•"/>
            </a:pPr>
            <a:endParaRPr lang="en-US" sz="2000" dirty="0">
              <a:solidFill>
                <a:schemeClr val="bg1"/>
              </a:solidFill>
            </a:endParaRPr>
          </a:p>
          <a:p>
            <a:pPr marL="342900" indent="-342900" algn="just">
              <a:buFont typeface="Arial" panose="020B0604020202020204" pitchFamily="34" charset="0"/>
              <a:buChar char="•"/>
            </a:pPr>
            <a:r>
              <a:rPr lang="en-US" sz="2000" dirty="0">
                <a:solidFill>
                  <a:schemeClr val="bg1"/>
                </a:solidFill>
              </a:rPr>
              <a:t>It’s more than a visual representation. It’s your issues, your labels, and all the metadata that comes with them. And you still have all of the same sorting and filtering tools that you use across </a:t>
            </a:r>
            <a:r>
              <a:rPr lang="en-US" sz="2000" dirty="0" err="1">
                <a:solidFill>
                  <a:schemeClr val="bg1"/>
                </a:solidFill>
              </a:rPr>
              <a:t>GitLab</a:t>
            </a:r>
            <a:r>
              <a:rPr lang="en-US" sz="2000" dirty="0">
                <a:solidFill>
                  <a:schemeClr val="bg1"/>
                </a:solidFill>
              </a:rPr>
              <a:t>.</a:t>
            </a:r>
          </a:p>
          <a:p>
            <a:pPr marL="342900" indent="-342900" algn="just">
              <a:buFont typeface="Arial" panose="020B0604020202020204" pitchFamily="34" charset="0"/>
              <a:buChar char="•"/>
            </a:pPr>
            <a:endParaRPr lang="en-US" sz="2000" dirty="0">
              <a:solidFill>
                <a:schemeClr val="bg1"/>
              </a:solidFill>
            </a:endParaRPr>
          </a:p>
          <a:p>
            <a:pPr marL="342900" indent="-342900" algn="just">
              <a:buFont typeface="Arial" panose="020B0604020202020204" pitchFamily="34" charset="0"/>
              <a:buChar char="•"/>
            </a:pPr>
            <a:endParaRPr lang="en-US" sz="2000" dirty="0">
              <a:solidFill>
                <a:schemeClr val="bg1"/>
              </a:solidFill>
            </a:endParaRPr>
          </a:p>
          <a:p>
            <a:pPr marL="342900" indent="-342900" algn="just">
              <a:buFont typeface="Arial" panose="020B0604020202020204" pitchFamily="34" charset="0"/>
              <a:buChar char="•"/>
            </a:pPr>
            <a:r>
              <a:rPr lang="en-US" sz="2000" dirty="0">
                <a:solidFill>
                  <a:schemeClr val="bg1"/>
                </a:solidFill>
              </a:rPr>
              <a:t>Flexible setup</a:t>
            </a:r>
          </a:p>
        </p:txBody>
      </p:sp>
    </p:spTree>
    <p:extLst>
      <p:ext uri="{BB962C8B-B14F-4D97-AF65-F5344CB8AC3E}">
        <p14:creationId xmlns:p14="http://schemas.microsoft.com/office/powerpoint/2010/main" val="1818382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1E2AB65F-9099-48B2-BCA0-BF8E6C4A0EE0}"/>
              </a:ext>
            </a:extLst>
          </p:cNvPr>
          <p:cNvGrpSpPr/>
          <p:nvPr/>
        </p:nvGrpSpPr>
        <p:grpSpPr>
          <a:xfrm>
            <a:off x="2694432" y="2267116"/>
            <a:ext cx="1601176" cy="1820252"/>
            <a:chOff x="7189731" y="2499900"/>
            <a:chExt cx="1422512" cy="1658175"/>
          </a:xfrm>
        </p:grpSpPr>
        <p:sp>
          <p:nvSpPr>
            <p:cNvPr id="26" name="Freeform 8">
              <a:extLst>
                <a:ext uri="{FF2B5EF4-FFF2-40B4-BE49-F238E27FC236}">
                  <a16:creationId xmlns:a16="http://schemas.microsoft.com/office/drawing/2014/main" id="{4A16C9D6-513C-4605-AA2B-9158DF4AA1BA}"/>
                </a:ext>
              </a:extLst>
            </p:cNvPr>
            <p:cNvSpPr>
              <a:spLocks/>
            </p:cNvSpPr>
            <p:nvPr/>
          </p:nvSpPr>
          <p:spPr bwMode="auto">
            <a:xfrm>
              <a:off x="7189731" y="2499900"/>
              <a:ext cx="1422512" cy="1658175"/>
            </a:xfrm>
            <a:custGeom>
              <a:avLst/>
              <a:gdLst>
                <a:gd name="T0" fmla="*/ 176 w 352"/>
                <a:gd name="T1" fmla="*/ 0 h 410"/>
                <a:gd name="T2" fmla="*/ 0 w 352"/>
                <a:gd name="T3" fmla="*/ 176 h 410"/>
                <a:gd name="T4" fmla="*/ 121 w 352"/>
                <a:gd name="T5" fmla="*/ 343 h 410"/>
                <a:gd name="T6" fmla="*/ 165 w 352"/>
                <a:gd name="T7" fmla="*/ 398 h 410"/>
                <a:gd name="T8" fmla="*/ 176 w 352"/>
                <a:gd name="T9" fmla="*/ 410 h 410"/>
                <a:gd name="T10" fmla="*/ 186 w 352"/>
                <a:gd name="T11" fmla="*/ 398 h 410"/>
                <a:gd name="T12" fmla="*/ 230 w 352"/>
                <a:gd name="T13" fmla="*/ 343 h 410"/>
                <a:gd name="T14" fmla="*/ 352 w 352"/>
                <a:gd name="T15" fmla="*/ 176 h 410"/>
                <a:gd name="T16" fmla="*/ 176 w 352"/>
                <a:gd name="T17" fmla="*/ 0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10">
                  <a:moveTo>
                    <a:pt x="176" y="0"/>
                  </a:moveTo>
                  <a:cubicBezTo>
                    <a:pt x="79" y="0"/>
                    <a:pt x="0" y="78"/>
                    <a:pt x="0" y="176"/>
                  </a:cubicBezTo>
                  <a:cubicBezTo>
                    <a:pt x="0" y="251"/>
                    <a:pt x="50" y="320"/>
                    <a:pt x="121" y="343"/>
                  </a:cubicBezTo>
                  <a:cubicBezTo>
                    <a:pt x="136" y="363"/>
                    <a:pt x="151" y="382"/>
                    <a:pt x="165" y="398"/>
                  </a:cubicBezTo>
                  <a:cubicBezTo>
                    <a:pt x="176" y="410"/>
                    <a:pt x="176" y="410"/>
                    <a:pt x="176" y="410"/>
                  </a:cubicBezTo>
                  <a:cubicBezTo>
                    <a:pt x="186" y="398"/>
                    <a:pt x="186" y="398"/>
                    <a:pt x="186" y="398"/>
                  </a:cubicBezTo>
                  <a:cubicBezTo>
                    <a:pt x="201" y="382"/>
                    <a:pt x="216" y="363"/>
                    <a:pt x="230" y="343"/>
                  </a:cubicBezTo>
                  <a:cubicBezTo>
                    <a:pt x="302" y="320"/>
                    <a:pt x="352" y="251"/>
                    <a:pt x="352" y="176"/>
                  </a:cubicBezTo>
                  <a:cubicBezTo>
                    <a:pt x="352" y="78"/>
                    <a:pt x="273" y="0"/>
                    <a:pt x="176" y="0"/>
                  </a:cubicBezTo>
                  <a:close/>
                </a:path>
              </a:pathLst>
            </a:custGeom>
            <a:solidFill>
              <a:srgbClr val="424953"/>
            </a:solidFill>
            <a:ln>
              <a:noFill/>
            </a:ln>
            <a:extLst/>
          </p:spPr>
          <p:txBody>
            <a:bodyPr vert="horz" wrap="square" lIns="91440" tIns="45720" rIns="91440" bIns="45720" numCol="1" anchor="t" anchorCtr="0" compatLnSpc="1">
              <a:prstTxWarp prst="textNoShape">
                <a:avLst/>
              </a:prstTxWarp>
            </a:bodyPr>
            <a:lstStyle/>
            <a:p>
              <a:endParaRPr lang="en-IE"/>
            </a:p>
          </p:txBody>
        </p:sp>
        <p:sp>
          <p:nvSpPr>
            <p:cNvPr id="27" name="Oval 26">
              <a:extLst>
                <a:ext uri="{FF2B5EF4-FFF2-40B4-BE49-F238E27FC236}">
                  <a16:creationId xmlns:a16="http://schemas.microsoft.com/office/drawing/2014/main" id="{95F1483E-3441-4EB1-848C-1663E9D41A31}"/>
                </a:ext>
              </a:extLst>
            </p:cNvPr>
            <p:cNvSpPr/>
            <p:nvPr/>
          </p:nvSpPr>
          <p:spPr>
            <a:xfrm>
              <a:off x="7286624" y="2599133"/>
              <a:ext cx="1228725" cy="1228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B6883E4F-AE19-4104-8906-B3EAFD7445AA}"/>
                </a:ext>
              </a:extLst>
            </p:cNvPr>
            <p:cNvGrpSpPr/>
            <p:nvPr/>
          </p:nvGrpSpPr>
          <p:grpSpPr>
            <a:xfrm>
              <a:off x="7435992" y="3001232"/>
              <a:ext cx="929987" cy="457045"/>
              <a:chOff x="1866900" y="2000251"/>
              <a:chExt cx="371476" cy="182563"/>
            </a:xfrm>
          </p:grpSpPr>
          <p:sp>
            <p:nvSpPr>
              <p:cNvPr id="29" name="Freeform 7">
                <a:extLst>
                  <a:ext uri="{FF2B5EF4-FFF2-40B4-BE49-F238E27FC236}">
                    <a16:creationId xmlns:a16="http://schemas.microsoft.com/office/drawing/2014/main" id="{3C8E4352-4E56-4A44-B952-0E05EECF8CC0}"/>
                  </a:ext>
                </a:extLst>
              </p:cNvPr>
              <p:cNvSpPr>
                <a:spLocks/>
              </p:cNvSpPr>
              <p:nvPr/>
            </p:nvSpPr>
            <p:spPr bwMode="auto">
              <a:xfrm>
                <a:off x="1866900" y="2016126"/>
                <a:ext cx="122238" cy="150813"/>
              </a:xfrm>
              <a:custGeom>
                <a:avLst/>
                <a:gdLst>
                  <a:gd name="T0" fmla="*/ 65 w 77"/>
                  <a:gd name="T1" fmla="*/ 95 h 95"/>
                  <a:gd name="T2" fmla="*/ 65 w 77"/>
                  <a:gd name="T3" fmla="*/ 95 h 95"/>
                  <a:gd name="T4" fmla="*/ 59 w 77"/>
                  <a:gd name="T5" fmla="*/ 94 h 95"/>
                  <a:gd name="T6" fmla="*/ 6 w 77"/>
                  <a:gd name="T7" fmla="*/ 57 h 95"/>
                  <a:gd name="T8" fmla="*/ 6 w 77"/>
                  <a:gd name="T9" fmla="*/ 57 h 95"/>
                  <a:gd name="T10" fmla="*/ 2 w 77"/>
                  <a:gd name="T11" fmla="*/ 53 h 95"/>
                  <a:gd name="T12" fmla="*/ 0 w 77"/>
                  <a:gd name="T13" fmla="*/ 47 h 95"/>
                  <a:gd name="T14" fmla="*/ 0 w 77"/>
                  <a:gd name="T15" fmla="*/ 47 h 95"/>
                  <a:gd name="T16" fmla="*/ 2 w 77"/>
                  <a:gd name="T17" fmla="*/ 42 h 95"/>
                  <a:gd name="T18" fmla="*/ 6 w 77"/>
                  <a:gd name="T19" fmla="*/ 38 h 95"/>
                  <a:gd name="T20" fmla="*/ 59 w 77"/>
                  <a:gd name="T21" fmla="*/ 1 h 95"/>
                  <a:gd name="T22" fmla="*/ 59 w 77"/>
                  <a:gd name="T23" fmla="*/ 1 h 95"/>
                  <a:gd name="T24" fmla="*/ 63 w 77"/>
                  <a:gd name="T25" fmla="*/ 0 h 95"/>
                  <a:gd name="T26" fmla="*/ 67 w 77"/>
                  <a:gd name="T27" fmla="*/ 0 h 95"/>
                  <a:gd name="T28" fmla="*/ 71 w 77"/>
                  <a:gd name="T29" fmla="*/ 0 h 95"/>
                  <a:gd name="T30" fmla="*/ 75 w 77"/>
                  <a:gd name="T31" fmla="*/ 3 h 95"/>
                  <a:gd name="T32" fmla="*/ 75 w 77"/>
                  <a:gd name="T33" fmla="*/ 3 h 95"/>
                  <a:gd name="T34" fmla="*/ 77 w 77"/>
                  <a:gd name="T35" fmla="*/ 7 h 95"/>
                  <a:gd name="T36" fmla="*/ 77 w 77"/>
                  <a:gd name="T37" fmla="*/ 13 h 95"/>
                  <a:gd name="T38" fmla="*/ 75 w 77"/>
                  <a:gd name="T39" fmla="*/ 17 h 95"/>
                  <a:gd name="T40" fmla="*/ 73 w 77"/>
                  <a:gd name="T41" fmla="*/ 21 h 95"/>
                  <a:gd name="T42" fmla="*/ 33 w 77"/>
                  <a:gd name="T43" fmla="*/ 47 h 95"/>
                  <a:gd name="T44" fmla="*/ 73 w 77"/>
                  <a:gd name="T45" fmla="*/ 74 h 95"/>
                  <a:gd name="T46" fmla="*/ 73 w 77"/>
                  <a:gd name="T47" fmla="*/ 74 h 95"/>
                  <a:gd name="T48" fmla="*/ 75 w 77"/>
                  <a:gd name="T49" fmla="*/ 78 h 95"/>
                  <a:gd name="T50" fmla="*/ 77 w 77"/>
                  <a:gd name="T51" fmla="*/ 82 h 95"/>
                  <a:gd name="T52" fmla="*/ 77 w 77"/>
                  <a:gd name="T53" fmla="*/ 86 h 95"/>
                  <a:gd name="T54" fmla="*/ 75 w 77"/>
                  <a:gd name="T55" fmla="*/ 92 h 95"/>
                  <a:gd name="T56" fmla="*/ 75 w 77"/>
                  <a:gd name="T57" fmla="*/ 92 h 95"/>
                  <a:gd name="T58" fmla="*/ 71 w 77"/>
                  <a:gd name="T59" fmla="*/ 95 h 95"/>
                  <a:gd name="T60" fmla="*/ 65 w 77"/>
                  <a:gd name="T61" fmla="*/ 95 h 95"/>
                  <a:gd name="T62" fmla="*/ 65 w 77"/>
                  <a:gd name="T63"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7" h="95">
                    <a:moveTo>
                      <a:pt x="65" y="95"/>
                    </a:moveTo>
                    <a:lnTo>
                      <a:pt x="65" y="95"/>
                    </a:lnTo>
                    <a:lnTo>
                      <a:pt x="59" y="94"/>
                    </a:lnTo>
                    <a:lnTo>
                      <a:pt x="6" y="57"/>
                    </a:lnTo>
                    <a:lnTo>
                      <a:pt x="6" y="57"/>
                    </a:lnTo>
                    <a:lnTo>
                      <a:pt x="2" y="53"/>
                    </a:lnTo>
                    <a:lnTo>
                      <a:pt x="0" y="47"/>
                    </a:lnTo>
                    <a:lnTo>
                      <a:pt x="0" y="47"/>
                    </a:lnTo>
                    <a:lnTo>
                      <a:pt x="2" y="42"/>
                    </a:lnTo>
                    <a:lnTo>
                      <a:pt x="6" y="38"/>
                    </a:lnTo>
                    <a:lnTo>
                      <a:pt x="59" y="1"/>
                    </a:lnTo>
                    <a:lnTo>
                      <a:pt x="59" y="1"/>
                    </a:lnTo>
                    <a:lnTo>
                      <a:pt x="63" y="0"/>
                    </a:lnTo>
                    <a:lnTo>
                      <a:pt x="67" y="0"/>
                    </a:lnTo>
                    <a:lnTo>
                      <a:pt x="71" y="0"/>
                    </a:lnTo>
                    <a:lnTo>
                      <a:pt x="75" y="3"/>
                    </a:lnTo>
                    <a:lnTo>
                      <a:pt x="75" y="3"/>
                    </a:lnTo>
                    <a:lnTo>
                      <a:pt x="77" y="7"/>
                    </a:lnTo>
                    <a:lnTo>
                      <a:pt x="77" y="13"/>
                    </a:lnTo>
                    <a:lnTo>
                      <a:pt x="75" y="17"/>
                    </a:lnTo>
                    <a:lnTo>
                      <a:pt x="73" y="21"/>
                    </a:lnTo>
                    <a:lnTo>
                      <a:pt x="33" y="47"/>
                    </a:lnTo>
                    <a:lnTo>
                      <a:pt x="73" y="74"/>
                    </a:lnTo>
                    <a:lnTo>
                      <a:pt x="73" y="74"/>
                    </a:lnTo>
                    <a:lnTo>
                      <a:pt x="75" y="78"/>
                    </a:lnTo>
                    <a:lnTo>
                      <a:pt x="77" y="82"/>
                    </a:lnTo>
                    <a:lnTo>
                      <a:pt x="77" y="86"/>
                    </a:lnTo>
                    <a:lnTo>
                      <a:pt x="75" y="92"/>
                    </a:lnTo>
                    <a:lnTo>
                      <a:pt x="75" y="92"/>
                    </a:lnTo>
                    <a:lnTo>
                      <a:pt x="71" y="95"/>
                    </a:lnTo>
                    <a:lnTo>
                      <a:pt x="65" y="95"/>
                    </a:lnTo>
                    <a:lnTo>
                      <a:pt x="65" y="95"/>
                    </a:lnTo>
                    <a:close/>
                  </a:path>
                </a:pathLst>
              </a:custGeom>
              <a:solidFill>
                <a:srgbClr val="42495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30" name="Freeform 8">
                <a:extLst>
                  <a:ext uri="{FF2B5EF4-FFF2-40B4-BE49-F238E27FC236}">
                    <a16:creationId xmlns:a16="http://schemas.microsoft.com/office/drawing/2014/main" id="{AC0CF4AD-AC60-4897-909D-F808E42EAE78}"/>
                  </a:ext>
                </a:extLst>
              </p:cNvPr>
              <p:cNvSpPr>
                <a:spLocks/>
              </p:cNvSpPr>
              <p:nvPr/>
            </p:nvSpPr>
            <p:spPr bwMode="auto">
              <a:xfrm>
                <a:off x="2116138" y="2016126"/>
                <a:ext cx="122238" cy="150813"/>
              </a:xfrm>
              <a:custGeom>
                <a:avLst/>
                <a:gdLst>
                  <a:gd name="T0" fmla="*/ 12 w 77"/>
                  <a:gd name="T1" fmla="*/ 95 h 95"/>
                  <a:gd name="T2" fmla="*/ 12 w 77"/>
                  <a:gd name="T3" fmla="*/ 95 h 95"/>
                  <a:gd name="T4" fmla="*/ 6 w 77"/>
                  <a:gd name="T5" fmla="*/ 95 h 95"/>
                  <a:gd name="T6" fmla="*/ 2 w 77"/>
                  <a:gd name="T7" fmla="*/ 92 h 95"/>
                  <a:gd name="T8" fmla="*/ 2 w 77"/>
                  <a:gd name="T9" fmla="*/ 92 h 95"/>
                  <a:gd name="T10" fmla="*/ 0 w 77"/>
                  <a:gd name="T11" fmla="*/ 86 h 95"/>
                  <a:gd name="T12" fmla="*/ 0 w 77"/>
                  <a:gd name="T13" fmla="*/ 82 h 95"/>
                  <a:gd name="T14" fmla="*/ 2 w 77"/>
                  <a:gd name="T15" fmla="*/ 78 h 95"/>
                  <a:gd name="T16" fmla="*/ 6 w 77"/>
                  <a:gd name="T17" fmla="*/ 74 h 95"/>
                  <a:gd name="T18" fmla="*/ 44 w 77"/>
                  <a:gd name="T19" fmla="*/ 47 h 95"/>
                  <a:gd name="T20" fmla="*/ 6 w 77"/>
                  <a:gd name="T21" fmla="*/ 21 h 95"/>
                  <a:gd name="T22" fmla="*/ 6 w 77"/>
                  <a:gd name="T23" fmla="*/ 21 h 95"/>
                  <a:gd name="T24" fmla="*/ 2 w 77"/>
                  <a:gd name="T25" fmla="*/ 17 h 95"/>
                  <a:gd name="T26" fmla="*/ 0 w 77"/>
                  <a:gd name="T27" fmla="*/ 13 h 95"/>
                  <a:gd name="T28" fmla="*/ 0 w 77"/>
                  <a:gd name="T29" fmla="*/ 7 h 95"/>
                  <a:gd name="T30" fmla="*/ 2 w 77"/>
                  <a:gd name="T31" fmla="*/ 3 h 95"/>
                  <a:gd name="T32" fmla="*/ 2 w 77"/>
                  <a:gd name="T33" fmla="*/ 3 h 95"/>
                  <a:gd name="T34" fmla="*/ 6 w 77"/>
                  <a:gd name="T35" fmla="*/ 0 h 95"/>
                  <a:gd name="T36" fmla="*/ 10 w 77"/>
                  <a:gd name="T37" fmla="*/ 0 h 95"/>
                  <a:gd name="T38" fmla="*/ 16 w 77"/>
                  <a:gd name="T39" fmla="*/ 0 h 95"/>
                  <a:gd name="T40" fmla="*/ 19 w 77"/>
                  <a:gd name="T41" fmla="*/ 1 h 95"/>
                  <a:gd name="T42" fmla="*/ 71 w 77"/>
                  <a:gd name="T43" fmla="*/ 38 h 95"/>
                  <a:gd name="T44" fmla="*/ 71 w 77"/>
                  <a:gd name="T45" fmla="*/ 38 h 95"/>
                  <a:gd name="T46" fmla="*/ 75 w 77"/>
                  <a:gd name="T47" fmla="*/ 42 h 95"/>
                  <a:gd name="T48" fmla="*/ 77 w 77"/>
                  <a:gd name="T49" fmla="*/ 47 h 95"/>
                  <a:gd name="T50" fmla="*/ 77 w 77"/>
                  <a:gd name="T51" fmla="*/ 47 h 95"/>
                  <a:gd name="T52" fmla="*/ 75 w 77"/>
                  <a:gd name="T53" fmla="*/ 53 h 95"/>
                  <a:gd name="T54" fmla="*/ 71 w 77"/>
                  <a:gd name="T55" fmla="*/ 57 h 95"/>
                  <a:gd name="T56" fmla="*/ 19 w 77"/>
                  <a:gd name="T57" fmla="*/ 94 h 95"/>
                  <a:gd name="T58" fmla="*/ 19 w 77"/>
                  <a:gd name="T59" fmla="*/ 94 h 95"/>
                  <a:gd name="T60" fmla="*/ 12 w 77"/>
                  <a:gd name="T61" fmla="*/ 95 h 95"/>
                  <a:gd name="T62" fmla="*/ 12 w 77"/>
                  <a:gd name="T63"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7" h="95">
                    <a:moveTo>
                      <a:pt x="12" y="95"/>
                    </a:moveTo>
                    <a:lnTo>
                      <a:pt x="12" y="95"/>
                    </a:lnTo>
                    <a:lnTo>
                      <a:pt x="6" y="95"/>
                    </a:lnTo>
                    <a:lnTo>
                      <a:pt x="2" y="92"/>
                    </a:lnTo>
                    <a:lnTo>
                      <a:pt x="2" y="92"/>
                    </a:lnTo>
                    <a:lnTo>
                      <a:pt x="0" y="86"/>
                    </a:lnTo>
                    <a:lnTo>
                      <a:pt x="0" y="82"/>
                    </a:lnTo>
                    <a:lnTo>
                      <a:pt x="2" y="78"/>
                    </a:lnTo>
                    <a:lnTo>
                      <a:pt x="6" y="74"/>
                    </a:lnTo>
                    <a:lnTo>
                      <a:pt x="44" y="47"/>
                    </a:lnTo>
                    <a:lnTo>
                      <a:pt x="6" y="21"/>
                    </a:lnTo>
                    <a:lnTo>
                      <a:pt x="6" y="21"/>
                    </a:lnTo>
                    <a:lnTo>
                      <a:pt x="2" y="17"/>
                    </a:lnTo>
                    <a:lnTo>
                      <a:pt x="0" y="13"/>
                    </a:lnTo>
                    <a:lnTo>
                      <a:pt x="0" y="7"/>
                    </a:lnTo>
                    <a:lnTo>
                      <a:pt x="2" y="3"/>
                    </a:lnTo>
                    <a:lnTo>
                      <a:pt x="2" y="3"/>
                    </a:lnTo>
                    <a:lnTo>
                      <a:pt x="6" y="0"/>
                    </a:lnTo>
                    <a:lnTo>
                      <a:pt x="10" y="0"/>
                    </a:lnTo>
                    <a:lnTo>
                      <a:pt x="16" y="0"/>
                    </a:lnTo>
                    <a:lnTo>
                      <a:pt x="19" y="1"/>
                    </a:lnTo>
                    <a:lnTo>
                      <a:pt x="71" y="38"/>
                    </a:lnTo>
                    <a:lnTo>
                      <a:pt x="71" y="38"/>
                    </a:lnTo>
                    <a:lnTo>
                      <a:pt x="75" y="42"/>
                    </a:lnTo>
                    <a:lnTo>
                      <a:pt x="77" y="47"/>
                    </a:lnTo>
                    <a:lnTo>
                      <a:pt x="77" y="47"/>
                    </a:lnTo>
                    <a:lnTo>
                      <a:pt x="75" y="53"/>
                    </a:lnTo>
                    <a:lnTo>
                      <a:pt x="71" y="57"/>
                    </a:lnTo>
                    <a:lnTo>
                      <a:pt x="19" y="94"/>
                    </a:lnTo>
                    <a:lnTo>
                      <a:pt x="19" y="94"/>
                    </a:lnTo>
                    <a:lnTo>
                      <a:pt x="12" y="95"/>
                    </a:lnTo>
                    <a:lnTo>
                      <a:pt x="12" y="95"/>
                    </a:lnTo>
                    <a:close/>
                  </a:path>
                </a:pathLst>
              </a:custGeom>
              <a:solidFill>
                <a:srgbClr val="42495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31" name="Freeform 9">
                <a:extLst>
                  <a:ext uri="{FF2B5EF4-FFF2-40B4-BE49-F238E27FC236}">
                    <a16:creationId xmlns:a16="http://schemas.microsoft.com/office/drawing/2014/main" id="{BF99220F-BBF6-411F-B4E9-4A833713F0BA}"/>
                  </a:ext>
                </a:extLst>
              </p:cNvPr>
              <p:cNvSpPr>
                <a:spLocks/>
              </p:cNvSpPr>
              <p:nvPr/>
            </p:nvSpPr>
            <p:spPr bwMode="auto">
              <a:xfrm>
                <a:off x="2003425" y="2000251"/>
                <a:ext cx="98425" cy="182563"/>
              </a:xfrm>
              <a:custGeom>
                <a:avLst/>
                <a:gdLst>
                  <a:gd name="T0" fmla="*/ 12 w 62"/>
                  <a:gd name="T1" fmla="*/ 115 h 115"/>
                  <a:gd name="T2" fmla="*/ 12 w 62"/>
                  <a:gd name="T3" fmla="*/ 115 h 115"/>
                  <a:gd name="T4" fmla="*/ 8 w 62"/>
                  <a:gd name="T5" fmla="*/ 115 h 115"/>
                  <a:gd name="T6" fmla="*/ 8 w 62"/>
                  <a:gd name="T7" fmla="*/ 115 h 115"/>
                  <a:gd name="T8" fmla="*/ 4 w 62"/>
                  <a:gd name="T9" fmla="*/ 111 h 115"/>
                  <a:gd name="T10" fmla="*/ 2 w 62"/>
                  <a:gd name="T11" fmla="*/ 107 h 115"/>
                  <a:gd name="T12" fmla="*/ 0 w 62"/>
                  <a:gd name="T13" fmla="*/ 104 h 115"/>
                  <a:gd name="T14" fmla="*/ 2 w 62"/>
                  <a:gd name="T15" fmla="*/ 100 h 115"/>
                  <a:gd name="T16" fmla="*/ 39 w 62"/>
                  <a:gd name="T17" fmla="*/ 8 h 115"/>
                  <a:gd name="T18" fmla="*/ 39 w 62"/>
                  <a:gd name="T19" fmla="*/ 8 h 115"/>
                  <a:gd name="T20" fmla="*/ 42 w 62"/>
                  <a:gd name="T21" fmla="*/ 4 h 115"/>
                  <a:gd name="T22" fmla="*/ 46 w 62"/>
                  <a:gd name="T23" fmla="*/ 0 h 115"/>
                  <a:gd name="T24" fmla="*/ 50 w 62"/>
                  <a:gd name="T25" fmla="*/ 0 h 115"/>
                  <a:gd name="T26" fmla="*/ 54 w 62"/>
                  <a:gd name="T27" fmla="*/ 0 h 115"/>
                  <a:gd name="T28" fmla="*/ 54 w 62"/>
                  <a:gd name="T29" fmla="*/ 0 h 115"/>
                  <a:gd name="T30" fmla="*/ 58 w 62"/>
                  <a:gd name="T31" fmla="*/ 4 h 115"/>
                  <a:gd name="T32" fmla="*/ 62 w 62"/>
                  <a:gd name="T33" fmla="*/ 8 h 115"/>
                  <a:gd name="T34" fmla="*/ 62 w 62"/>
                  <a:gd name="T35" fmla="*/ 11 h 115"/>
                  <a:gd name="T36" fmla="*/ 62 w 62"/>
                  <a:gd name="T37" fmla="*/ 15 h 115"/>
                  <a:gd name="T38" fmla="*/ 23 w 62"/>
                  <a:gd name="T39" fmla="*/ 107 h 115"/>
                  <a:gd name="T40" fmla="*/ 23 w 62"/>
                  <a:gd name="T41" fmla="*/ 107 h 115"/>
                  <a:gd name="T42" fmla="*/ 19 w 62"/>
                  <a:gd name="T43" fmla="*/ 113 h 115"/>
                  <a:gd name="T44" fmla="*/ 12 w 62"/>
                  <a:gd name="T45" fmla="*/ 115 h 115"/>
                  <a:gd name="T46" fmla="*/ 12 w 62"/>
                  <a:gd name="T47" fmla="*/ 11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2" h="115">
                    <a:moveTo>
                      <a:pt x="12" y="115"/>
                    </a:moveTo>
                    <a:lnTo>
                      <a:pt x="12" y="115"/>
                    </a:lnTo>
                    <a:lnTo>
                      <a:pt x="8" y="115"/>
                    </a:lnTo>
                    <a:lnTo>
                      <a:pt x="8" y="115"/>
                    </a:lnTo>
                    <a:lnTo>
                      <a:pt x="4" y="111"/>
                    </a:lnTo>
                    <a:lnTo>
                      <a:pt x="2" y="107"/>
                    </a:lnTo>
                    <a:lnTo>
                      <a:pt x="0" y="104"/>
                    </a:lnTo>
                    <a:lnTo>
                      <a:pt x="2" y="100"/>
                    </a:lnTo>
                    <a:lnTo>
                      <a:pt x="39" y="8"/>
                    </a:lnTo>
                    <a:lnTo>
                      <a:pt x="39" y="8"/>
                    </a:lnTo>
                    <a:lnTo>
                      <a:pt x="42" y="4"/>
                    </a:lnTo>
                    <a:lnTo>
                      <a:pt x="46" y="0"/>
                    </a:lnTo>
                    <a:lnTo>
                      <a:pt x="50" y="0"/>
                    </a:lnTo>
                    <a:lnTo>
                      <a:pt x="54" y="0"/>
                    </a:lnTo>
                    <a:lnTo>
                      <a:pt x="54" y="0"/>
                    </a:lnTo>
                    <a:lnTo>
                      <a:pt x="58" y="4"/>
                    </a:lnTo>
                    <a:lnTo>
                      <a:pt x="62" y="8"/>
                    </a:lnTo>
                    <a:lnTo>
                      <a:pt x="62" y="11"/>
                    </a:lnTo>
                    <a:lnTo>
                      <a:pt x="62" y="15"/>
                    </a:lnTo>
                    <a:lnTo>
                      <a:pt x="23" y="107"/>
                    </a:lnTo>
                    <a:lnTo>
                      <a:pt x="23" y="107"/>
                    </a:lnTo>
                    <a:lnTo>
                      <a:pt x="19" y="113"/>
                    </a:lnTo>
                    <a:lnTo>
                      <a:pt x="12" y="115"/>
                    </a:lnTo>
                    <a:lnTo>
                      <a:pt x="12" y="115"/>
                    </a:lnTo>
                    <a:close/>
                  </a:path>
                </a:pathLst>
              </a:custGeom>
              <a:solidFill>
                <a:srgbClr val="42495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grpSp>
      </p:grpSp>
      <p:sp>
        <p:nvSpPr>
          <p:cNvPr id="2" name="Title 1"/>
          <p:cNvSpPr>
            <a:spLocks noGrp="1"/>
          </p:cNvSpPr>
          <p:nvPr>
            <p:ph type="title"/>
          </p:nvPr>
        </p:nvSpPr>
        <p:spPr/>
        <p:txBody>
          <a:bodyPr/>
          <a:lstStyle/>
          <a:p>
            <a:r>
              <a:rPr lang="en-US" dirty="0" err="1"/>
              <a:t>gitlab</a:t>
            </a:r>
            <a:endParaRPr lang="en-US" dirty="0"/>
          </a:p>
        </p:txBody>
      </p:sp>
      <p:sp>
        <p:nvSpPr>
          <p:cNvPr id="3" name="Text Placeholder 2"/>
          <p:cNvSpPr>
            <a:spLocks noGrp="1"/>
          </p:cNvSpPr>
          <p:nvPr>
            <p:ph type="body" sz="quarter" idx="10"/>
          </p:nvPr>
        </p:nvSpPr>
        <p:spPr>
          <a:xfrm>
            <a:off x="381000" y="1014984"/>
            <a:ext cx="11430000" cy="395908"/>
          </a:xfrm>
        </p:spPr>
        <p:txBody>
          <a:bodyPr/>
          <a:lstStyle/>
          <a:p>
            <a:r>
              <a:rPr lang="en-US" dirty="0"/>
              <a:t>Features</a:t>
            </a:r>
          </a:p>
        </p:txBody>
      </p:sp>
      <p:sp>
        <p:nvSpPr>
          <p:cNvPr id="4" name="Footer Placeholder 3"/>
          <p:cNvSpPr>
            <a:spLocks noGrp="1"/>
          </p:cNvSpPr>
          <p:nvPr>
            <p:ph type="ftr" sz="quarter" idx="3"/>
          </p:nvPr>
        </p:nvSpPr>
        <p:spPr>
          <a:xfrm>
            <a:off x="381002" y="6576387"/>
            <a:ext cx="5714999" cy="206375"/>
          </a:xfrm>
        </p:spPr>
        <p:txBody>
          <a:bodyPr/>
          <a:lstStyle/>
          <a:p>
            <a:r>
              <a:rPr lang="en-US"/>
              <a:t>Copyright © 2017 Accenture  All rights reserved.</a:t>
            </a:r>
            <a:endParaRPr lang="en-US" dirty="0"/>
          </a:p>
        </p:txBody>
      </p:sp>
      <p:sp>
        <p:nvSpPr>
          <p:cNvPr id="5" name="Slide Number Placeholder 4"/>
          <p:cNvSpPr>
            <a:spLocks noGrp="1"/>
          </p:cNvSpPr>
          <p:nvPr>
            <p:ph type="sldNum" sz="quarter" idx="4"/>
          </p:nvPr>
        </p:nvSpPr>
        <p:spPr/>
        <p:txBody>
          <a:bodyPr/>
          <a:lstStyle/>
          <a:p>
            <a:fld id="{4F9AC08D-23A9-440E-BCB9-AA1E9877CC38}" type="slidenum">
              <a:rPr lang="en-US" smtClean="0"/>
              <a:pPr/>
              <a:t>10</a:t>
            </a:fld>
            <a:endParaRPr lang="en-US" dirty="0"/>
          </a:p>
        </p:txBody>
      </p:sp>
      <p:sp>
        <p:nvSpPr>
          <p:cNvPr id="46" name="TextBox 45">
            <a:extLst>
              <a:ext uri="{FF2B5EF4-FFF2-40B4-BE49-F238E27FC236}">
                <a16:creationId xmlns:a16="http://schemas.microsoft.com/office/drawing/2014/main" id="{6320123F-4C45-44FC-BF8C-716005E7DD6A}"/>
              </a:ext>
            </a:extLst>
          </p:cNvPr>
          <p:cNvSpPr txBox="1"/>
          <p:nvPr/>
        </p:nvSpPr>
        <p:spPr>
          <a:xfrm>
            <a:off x="2328672" y="4636008"/>
            <a:ext cx="2342478" cy="369332"/>
          </a:xfrm>
          <a:prstGeom prst="rect">
            <a:avLst/>
          </a:prstGeom>
          <a:noFill/>
        </p:spPr>
        <p:txBody>
          <a:bodyPr wrap="square" rtlCol="0">
            <a:spAutoFit/>
          </a:bodyPr>
          <a:lstStyle/>
          <a:p>
            <a:pPr algn="ctr"/>
            <a:r>
              <a:rPr lang="en-US" b="1" dirty="0">
                <a:solidFill>
                  <a:schemeClr val="bg1"/>
                </a:solidFill>
              </a:rPr>
              <a:t>CODE SNIPPETS</a:t>
            </a:r>
          </a:p>
        </p:txBody>
      </p:sp>
      <p:sp>
        <p:nvSpPr>
          <p:cNvPr id="32" name="TextBox 31">
            <a:extLst>
              <a:ext uri="{FF2B5EF4-FFF2-40B4-BE49-F238E27FC236}">
                <a16:creationId xmlns:a16="http://schemas.microsoft.com/office/drawing/2014/main" id="{AD521E2D-6016-4225-97FB-B68FC154AFD6}"/>
              </a:ext>
            </a:extLst>
          </p:cNvPr>
          <p:cNvSpPr txBox="1"/>
          <p:nvPr/>
        </p:nvSpPr>
        <p:spPr>
          <a:xfrm>
            <a:off x="5696713" y="2259662"/>
            <a:ext cx="5961888" cy="2554545"/>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solidFill>
                  <a:schemeClr val="bg1"/>
                </a:solidFill>
              </a:rPr>
              <a:t>A small amount of code, usually selected for the purpose of showing other developers how to do something specific or reproduce a problem.</a:t>
            </a:r>
          </a:p>
          <a:p>
            <a:pPr marL="342900" indent="-342900" algn="just">
              <a:buFont typeface="Arial" panose="020B0604020202020204" pitchFamily="34" charset="0"/>
              <a:buChar char="•"/>
            </a:pPr>
            <a:endParaRPr lang="en-US" sz="2000" dirty="0">
              <a:solidFill>
                <a:schemeClr val="bg1"/>
              </a:solidFill>
            </a:endParaRPr>
          </a:p>
          <a:p>
            <a:pPr marL="342900" indent="-342900" algn="just">
              <a:buFont typeface="Arial" panose="020B0604020202020204" pitchFamily="34" charset="0"/>
              <a:buChar char="•"/>
            </a:pPr>
            <a:r>
              <a:rPr lang="en-US" sz="2000" dirty="0">
                <a:solidFill>
                  <a:schemeClr val="bg1"/>
                </a:solidFill>
              </a:rPr>
              <a:t>Snippets in </a:t>
            </a:r>
            <a:r>
              <a:rPr lang="en-US" sz="2000" dirty="0" err="1">
                <a:solidFill>
                  <a:schemeClr val="bg1"/>
                </a:solidFill>
              </a:rPr>
              <a:t>GitLab</a:t>
            </a:r>
            <a:r>
              <a:rPr lang="en-US" sz="2000" dirty="0">
                <a:solidFill>
                  <a:schemeClr val="bg1"/>
                </a:solidFill>
              </a:rPr>
              <a:t> can be either private, internal, or public. You can set it with the </a:t>
            </a:r>
            <a:r>
              <a:rPr lang="en-US" sz="2000" dirty="0" err="1">
                <a:solidFill>
                  <a:schemeClr val="bg1"/>
                </a:solidFill>
              </a:rPr>
              <a:t>visability</a:t>
            </a:r>
            <a:r>
              <a:rPr lang="en-US" sz="2000" dirty="0">
                <a:solidFill>
                  <a:schemeClr val="bg1"/>
                </a:solidFill>
              </a:rPr>
              <a:t> field in the snippet.</a:t>
            </a:r>
          </a:p>
        </p:txBody>
      </p:sp>
    </p:spTree>
    <p:extLst>
      <p:ext uri="{BB962C8B-B14F-4D97-AF65-F5344CB8AC3E}">
        <p14:creationId xmlns:p14="http://schemas.microsoft.com/office/powerpoint/2010/main" val="3403060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1000"/>
                                        <p:tgtEl>
                                          <p:spTgt spid="32"/>
                                        </p:tgtEl>
                                      </p:cBhvr>
                                    </p:animEffect>
                                    <p:anim calcmode="lin" valueType="num">
                                      <p:cBhvr>
                                        <p:cTn id="8" dur="1000" fill="hold"/>
                                        <p:tgtEl>
                                          <p:spTgt spid="32"/>
                                        </p:tgtEl>
                                        <p:attrNameLst>
                                          <p:attrName>ppt_x</p:attrName>
                                        </p:attrNameLst>
                                      </p:cBhvr>
                                      <p:tavLst>
                                        <p:tav tm="0">
                                          <p:val>
                                            <p:strVal val="#ppt_x"/>
                                          </p:val>
                                        </p:tav>
                                        <p:tav tm="100000">
                                          <p:val>
                                            <p:strVal val="#ppt_x"/>
                                          </p:val>
                                        </p:tav>
                                      </p:tavLst>
                                    </p:anim>
                                    <p:anim calcmode="lin" valueType="num">
                                      <p:cBhvr>
                                        <p:cTn id="9"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9414A24-CC9E-40A8-99F7-250623485583}"/>
              </a:ext>
            </a:extLst>
          </p:cNvPr>
          <p:cNvGrpSpPr/>
          <p:nvPr/>
        </p:nvGrpSpPr>
        <p:grpSpPr>
          <a:xfrm>
            <a:off x="2694429" y="2271378"/>
            <a:ext cx="1601176" cy="1820252"/>
            <a:chOff x="1795086" y="4266290"/>
            <a:chExt cx="1422512" cy="1658175"/>
          </a:xfrm>
        </p:grpSpPr>
        <p:sp>
          <p:nvSpPr>
            <p:cNvPr id="13" name="Freeform 8">
              <a:extLst>
                <a:ext uri="{FF2B5EF4-FFF2-40B4-BE49-F238E27FC236}">
                  <a16:creationId xmlns:a16="http://schemas.microsoft.com/office/drawing/2014/main" id="{F50FDB68-657C-46CC-94B0-00609F135D24}"/>
                </a:ext>
              </a:extLst>
            </p:cNvPr>
            <p:cNvSpPr>
              <a:spLocks/>
            </p:cNvSpPr>
            <p:nvPr/>
          </p:nvSpPr>
          <p:spPr bwMode="auto">
            <a:xfrm>
              <a:off x="1795086" y="4266290"/>
              <a:ext cx="1422512" cy="1658175"/>
            </a:xfrm>
            <a:custGeom>
              <a:avLst/>
              <a:gdLst>
                <a:gd name="T0" fmla="*/ 176 w 352"/>
                <a:gd name="T1" fmla="*/ 0 h 410"/>
                <a:gd name="T2" fmla="*/ 0 w 352"/>
                <a:gd name="T3" fmla="*/ 176 h 410"/>
                <a:gd name="T4" fmla="*/ 121 w 352"/>
                <a:gd name="T5" fmla="*/ 343 h 410"/>
                <a:gd name="T6" fmla="*/ 165 w 352"/>
                <a:gd name="T7" fmla="*/ 398 h 410"/>
                <a:gd name="T8" fmla="*/ 176 w 352"/>
                <a:gd name="T9" fmla="*/ 410 h 410"/>
                <a:gd name="T10" fmla="*/ 186 w 352"/>
                <a:gd name="T11" fmla="*/ 398 h 410"/>
                <a:gd name="T12" fmla="*/ 230 w 352"/>
                <a:gd name="T13" fmla="*/ 343 h 410"/>
                <a:gd name="T14" fmla="*/ 352 w 352"/>
                <a:gd name="T15" fmla="*/ 176 h 410"/>
                <a:gd name="T16" fmla="*/ 176 w 352"/>
                <a:gd name="T17" fmla="*/ 0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10">
                  <a:moveTo>
                    <a:pt x="176" y="0"/>
                  </a:moveTo>
                  <a:cubicBezTo>
                    <a:pt x="79" y="0"/>
                    <a:pt x="0" y="78"/>
                    <a:pt x="0" y="176"/>
                  </a:cubicBezTo>
                  <a:cubicBezTo>
                    <a:pt x="0" y="251"/>
                    <a:pt x="50" y="320"/>
                    <a:pt x="121" y="343"/>
                  </a:cubicBezTo>
                  <a:cubicBezTo>
                    <a:pt x="136" y="363"/>
                    <a:pt x="151" y="382"/>
                    <a:pt x="165" y="398"/>
                  </a:cubicBezTo>
                  <a:cubicBezTo>
                    <a:pt x="176" y="410"/>
                    <a:pt x="176" y="410"/>
                    <a:pt x="176" y="410"/>
                  </a:cubicBezTo>
                  <a:cubicBezTo>
                    <a:pt x="186" y="398"/>
                    <a:pt x="186" y="398"/>
                    <a:pt x="186" y="398"/>
                  </a:cubicBezTo>
                  <a:cubicBezTo>
                    <a:pt x="201" y="382"/>
                    <a:pt x="216" y="363"/>
                    <a:pt x="230" y="343"/>
                  </a:cubicBezTo>
                  <a:cubicBezTo>
                    <a:pt x="302" y="320"/>
                    <a:pt x="352" y="251"/>
                    <a:pt x="352" y="176"/>
                  </a:cubicBezTo>
                  <a:cubicBezTo>
                    <a:pt x="352" y="78"/>
                    <a:pt x="273" y="0"/>
                    <a:pt x="176" y="0"/>
                  </a:cubicBezTo>
                  <a:close/>
                </a:path>
              </a:pathLst>
            </a:custGeom>
            <a:solidFill>
              <a:schemeClr val="accent6">
                <a:lumMod val="75000"/>
              </a:schemeClr>
            </a:solidFill>
            <a:ln>
              <a:noFill/>
            </a:ln>
            <a:extLst/>
          </p:spPr>
          <p:txBody>
            <a:bodyPr vert="horz" wrap="square" lIns="91440" tIns="45720" rIns="91440" bIns="45720" numCol="1" anchor="t" anchorCtr="0" compatLnSpc="1">
              <a:prstTxWarp prst="textNoShape">
                <a:avLst/>
              </a:prstTxWarp>
            </a:bodyPr>
            <a:lstStyle/>
            <a:p>
              <a:endParaRPr lang="en-IE"/>
            </a:p>
          </p:txBody>
        </p:sp>
        <p:sp>
          <p:nvSpPr>
            <p:cNvPr id="14" name="Oval 13">
              <a:extLst>
                <a:ext uri="{FF2B5EF4-FFF2-40B4-BE49-F238E27FC236}">
                  <a16:creationId xmlns:a16="http://schemas.microsoft.com/office/drawing/2014/main" id="{9C01CE12-E03D-43AC-9998-2E59524097CF}"/>
                </a:ext>
              </a:extLst>
            </p:cNvPr>
            <p:cNvSpPr/>
            <p:nvPr/>
          </p:nvSpPr>
          <p:spPr>
            <a:xfrm>
              <a:off x="1891979" y="4365523"/>
              <a:ext cx="1228725" cy="1228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12329BE-F87D-41AB-AF19-DBF53B8F3D27}"/>
                </a:ext>
              </a:extLst>
            </p:cNvPr>
            <p:cNvGrpSpPr/>
            <p:nvPr/>
          </p:nvGrpSpPr>
          <p:grpSpPr>
            <a:xfrm>
              <a:off x="2110744" y="4695372"/>
              <a:ext cx="877731" cy="574156"/>
              <a:chOff x="5611813" y="2627313"/>
              <a:chExt cx="633412" cy="414338"/>
            </a:xfrm>
            <a:solidFill>
              <a:schemeClr val="accent6">
                <a:lumMod val="75000"/>
              </a:schemeClr>
            </a:solidFill>
          </p:grpSpPr>
          <p:sp>
            <p:nvSpPr>
              <p:cNvPr id="20" name="Rectangle 209">
                <a:extLst>
                  <a:ext uri="{FF2B5EF4-FFF2-40B4-BE49-F238E27FC236}">
                    <a16:creationId xmlns:a16="http://schemas.microsoft.com/office/drawing/2014/main" id="{2098ADD3-ABDD-40FE-866D-8AD764D49EE8}"/>
                  </a:ext>
                </a:extLst>
              </p:cNvPr>
              <p:cNvSpPr>
                <a:spLocks noChangeArrowheads="1"/>
              </p:cNvSpPr>
              <p:nvPr/>
            </p:nvSpPr>
            <p:spPr bwMode="auto">
              <a:xfrm>
                <a:off x="5675313" y="2792413"/>
                <a:ext cx="152400" cy="111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1" name="Rectangle 210">
                <a:extLst>
                  <a:ext uri="{FF2B5EF4-FFF2-40B4-BE49-F238E27FC236}">
                    <a16:creationId xmlns:a16="http://schemas.microsoft.com/office/drawing/2014/main" id="{AC3AAF24-6556-49B8-8399-FE806D9FB4CD}"/>
                  </a:ext>
                </a:extLst>
              </p:cNvPr>
              <p:cNvSpPr>
                <a:spLocks noChangeArrowheads="1"/>
              </p:cNvSpPr>
              <p:nvPr/>
            </p:nvSpPr>
            <p:spPr bwMode="auto">
              <a:xfrm>
                <a:off x="5675313" y="2840038"/>
                <a:ext cx="241300" cy="158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2" name="Rectangle 211">
                <a:extLst>
                  <a:ext uri="{FF2B5EF4-FFF2-40B4-BE49-F238E27FC236}">
                    <a16:creationId xmlns:a16="http://schemas.microsoft.com/office/drawing/2014/main" id="{B454FA4A-BB85-4694-A2E4-4E7D38A5E0E0}"/>
                  </a:ext>
                </a:extLst>
              </p:cNvPr>
              <p:cNvSpPr>
                <a:spLocks noChangeArrowheads="1"/>
              </p:cNvSpPr>
              <p:nvPr/>
            </p:nvSpPr>
            <p:spPr bwMode="auto">
              <a:xfrm>
                <a:off x="5675313" y="2889251"/>
                <a:ext cx="241300" cy="158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3" name="Rectangle 212">
                <a:extLst>
                  <a:ext uri="{FF2B5EF4-FFF2-40B4-BE49-F238E27FC236}">
                    <a16:creationId xmlns:a16="http://schemas.microsoft.com/office/drawing/2014/main" id="{6C34EC0F-2CE9-47AB-B6C1-4573F0FCA5B3}"/>
                  </a:ext>
                </a:extLst>
              </p:cNvPr>
              <p:cNvSpPr>
                <a:spLocks noChangeArrowheads="1"/>
              </p:cNvSpPr>
              <p:nvPr/>
            </p:nvSpPr>
            <p:spPr bwMode="auto">
              <a:xfrm>
                <a:off x="5675313" y="2938463"/>
                <a:ext cx="241300" cy="142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5" name="Freeform 213">
                <a:extLst>
                  <a:ext uri="{FF2B5EF4-FFF2-40B4-BE49-F238E27FC236}">
                    <a16:creationId xmlns:a16="http://schemas.microsoft.com/office/drawing/2014/main" id="{7448649E-C7E5-4C2D-B2B3-109269362F08}"/>
                  </a:ext>
                </a:extLst>
              </p:cNvPr>
              <p:cNvSpPr>
                <a:spLocks/>
              </p:cNvSpPr>
              <p:nvPr/>
            </p:nvSpPr>
            <p:spPr bwMode="auto">
              <a:xfrm>
                <a:off x="6049963" y="2840038"/>
                <a:ext cx="30163" cy="85725"/>
              </a:xfrm>
              <a:custGeom>
                <a:avLst/>
                <a:gdLst>
                  <a:gd name="T0" fmla="*/ 8 w 19"/>
                  <a:gd name="T1" fmla="*/ 54 h 54"/>
                  <a:gd name="T2" fmla="*/ 8 w 19"/>
                  <a:gd name="T3" fmla="*/ 54 h 54"/>
                  <a:gd name="T4" fmla="*/ 13 w 19"/>
                  <a:gd name="T5" fmla="*/ 52 h 54"/>
                  <a:gd name="T6" fmla="*/ 19 w 19"/>
                  <a:gd name="T7" fmla="*/ 48 h 54"/>
                  <a:gd name="T8" fmla="*/ 19 w 19"/>
                  <a:gd name="T9" fmla="*/ 6 h 54"/>
                  <a:gd name="T10" fmla="*/ 19 w 19"/>
                  <a:gd name="T11" fmla="*/ 6 h 54"/>
                  <a:gd name="T12" fmla="*/ 11 w 19"/>
                  <a:gd name="T13" fmla="*/ 2 h 54"/>
                  <a:gd name="T14" fmla="*/ 2 w 19"/>
                  <a:gd name="T15" fmla="*/ 0 h 54"/>
                  <a:gd name="T16" fmla="*/ 2 w 19"/>
                  <a:gd name="T17" fmla="*/ 0 h 54"/>
                  <a:gd name="T18" fmla="*/ 0 w 19"/>
                  <a:gd name="T19" fmla="*/ 0 h 54"/>
                  <a:gd name="T20" fmla="*/ 0 w 19"/>
                  <a:gd name="T21" fmla="*/ 54 h 54"/>
                  <a:gd name="T22" fmla="*/ 0 w 19"/>
                  <a:gd name="T23" fmla="*/ 54 h 54"/>
                  <a:gd name="T24" fmla="*/ 2 w 19"/>
                  <a:gd name="T25" fmla="*/ 54 h 54"/>
                  <a:gd name="T26" fmla="*/ 2 w 19"/>
                  <a:gd name="T27" fmla="*/ 54 h 54"/>
                  <a:gd name="T28" fmla="*/ 8 w 19"/>
                  <a:gd name="T29" fmla="*/ 54 h 54"/>
                  <a:gd name="T30" fmla="*/ 8 w 19"/>
                  <a:gd name="T31"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 h="54">
                    <a:moveTo>
                      <a:pt x="8" y="54"/>
                    </a:moveTo>
                    <a:lnTo>
                      <a:pt x="8" y="54"/>
                    </a:lnTo>
                    <a:lnTo>
                      <a:pt x="13" y="52"/>
                    </a:lnTo>
                    <a:lnTo>
                      <a:pt x="19" y="48"/>
                    </a:lnTo>
                    <a:lnTo>
                      <a:pt x="19" y="6"/>
                    </a:lnTo>
                    <a:lnTo>
                      <a:pt x="19" y="6"/>
                    </a:lnTo>
                    <a:lnTo>
                      <a:pt x="11" y="2"/>
                    </a:lnTo>
                    <a:lnTo>
                      <a:pt x="2" y="0"/>
                    </a:lnTo>
                    <a:lnTo>
                      <a:pt x="2" y="0"/>
                    </a:lnTo>
                    <a:lnTo>
                      <a:pt x="0" y="0"/>
                    </a:lnTo>
                    <a:lnTo>
                      <a:pt x="0" y="54"/>
                    </a:lnTo>
                    <a:lnTo>
                      <a:pt x="0" y="54"/>
                    </a:lnTo>
                    <a:lnTo>
                      <a:pt x="2" y="54"/>
                    </a:lnTo>
                    <a:lnTo>
                      <a:pt x="2" y="54"/>
                    </a:lnTo>
                    <a:lnTo>
                      <a:pt x="8" y="54"/>
                    </a:lnTo>
                    <a:lnTo>
                      <a:pt x="8"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6" name="Freeform 214">
                <a:extLst>
                  <a:ext uri="{FF2B5EF4-FFF2-40B4-BE49-F238E27FC236}">
                    <a16:creationId xmlns:a16="http://schemas.microsoft.com/office/drawing/2014/main" id="{8A25A323-D8A2-436A-83F2-ED27ED0C5AC8}"/>
                  </a:ext>
                </a:extLst>
              </p:cNvPr>
              <p:cNvSpPr>
                <a:spLocks noEditPoints="1"/>
              </p:cNvSpPr>
              <p:nvPr/>
            </p:nvSpPr>
            <p:spPr bwMode="auto">
              <a:xfrm>
                <a:off x="5611813" y="2627313"/>
                <a:ext cx="468313" cy="414338"/>
              </a:xfrm>
              <a:custGeom>
                <a:avLst/>
                <a:gdLst>
                  <a:gd name="T0" fmla="*/ 278 w 295"/>
                  <a:gd name="T1" fmla="*/ 240 h 261"/>
                  <a:gd name="T2" fmla="*/ 276 w 295"/>
                  <a:gd name="T3" fmla="*/ 244 h 261"/>
                  <a:gd name="T4" fmla="*/ 19 w 295"/>
                  <a:gd name="T5" fmla="*/ 65 h 261"/>
                  <a:gd name="T6" fmla="*/ 276 w 295"/>
                  <a:gd name="T7" fmla="*/ 83 h 261"/>
                  <a:gd name="T8" fmla="*/ 278 w 295"/>
                  <a:gd name="T9" fmla="*/ 83 h 261"/>
                  <a:gd name="T10" fmla="*/ 295 w 295"/>
                  <a:gd name="T11" fmla="*/ 84 h 261"/>
                  <a:gd name="T12" fmla="*/ 295 w 295"/>
                  <a:gd name="T13" fmla="*/ 10 h 261"/>
                  <a:gd name="T14" fmla="*/ 291 w 295"/>
                  <a:gd name="T15" fmla="*/ 2 h 261"/>
                  <a:gd name="T16" fmla="*/ 286 w 295"/>
                  <a:gd name="T17" fmla="*/ 0 h 261"/>
                  <a:gd name="T18" fmla="*/ 9 w 295"/>
                  <a:gd name="T19" fmla="*/ 0 h 261"/>
                  <a:gd name="T20" fmla="*/ 2 w 295"/>
                  <a:gd name="T21" fmla="*/ 2 h 261"/>
                  <a:gd name="T22" fmla="*/ 0 w 295"/>
                  <a:gd name="T23" fmla="*/ 10 h 261"/>
                  <a:gd name="T24" fmla="*/ 0 w 295"/>
                  <a:gd name="T25" fmla="*/ 253 h 261"/>
                  <a:gd name="T26" fmla="*/ 2 w 295"/>
                  <a:gd name="T27" fmla="*/ 259 h 261"/>
                  <a:gd name="T28" fmla="*/ 9 w 295"/>
                  <a:gd name="T29" fmla="*/ 261 h 261"/>
                  <a:gd name="T30" fmla="*/ 286 w 295"/>
                  <a:gd name="T31" fmla="*/ 261 h 261"/>
                  <a:gd name="T32" fmla="*/ 291 w 295"/>
                  <a:gd name="T33" fmla="*/ 259 h 261"/>
                  <a:gd name="T34" fmla="*/ 295 w 295"/>
                  <a:gd name="T35" fmla="*/ 253 h 261"/>
                  <a:gd name="T36" fmla="*/ 295 w 295"/>
                  <a:gd name="T37" fmla="*/ 238 h 261"/>
                  <a:gd name="T38" fmla="*/ 278 w 295"/>
                  <a:gd name="T39" fmla="*/ 240 h 261"/>
                  <a:gd name="T40" fmla="*/ 263 w 295"/>
                  <a:gd name="T41" fmla="*/ 19 h 261"/>
                  <a:gd name="T42" fmla="*/ 272 w 295"/>
                  <a:gd name="T43" fmla="*/ 23 h 261"/>
                  <a:gd name="T44" fmla="*/ 276 w 295"/>
                  <a:gd name="T45" fmla="*/ 33 h 261"/>
                  <a:gd name="T46" fmla="*/ 274 w 295"/>
                  <a:gd name="T47" fmla="*/ 36 h 261"/>
                  <a:gd name="T48" fmla="*/ 268 w 295"/>
                  <a:gd name="T49" fmla="*/ 44 h 261"/>
                  <a:gd name="T50" fmla="*/ 263 w 295"/>
                  <a:gd name="T51" fmla="*/ 44 h 261"/>
                  <a:gd name="T52" fmla="*/ 255 w 295"/>
                  <a:gd name="T53" fmla="*/ 40 h 261"/>
                  <a:gd name="T54" fmla="*/ 251 w 295"/>
                  <a:gd name="T55" fmla="*/ 33 h 261"/>
                  <a:gd name="T56" fmla="*/ 251 w 295"/>
                  <a:gd name="T57" fmla="*/ 27 h 261"/>
                  <a:gd name="T58" fmla="*/ 259 w 295"/>
                  <a:gd name="T59" fmla="*/ 21 h 261"/>
                  <a:gd name="T60" fmla="*/ 263 w 295"/>
                  <a:gd name="T61" fmla="*/ 19 h 261"/>
                  <a:gd name="T62" fmla="*/ 226 w 295"/>
                  <a:gd name="T63" fmla="*/ 19 h 261"/>
                  <a:gd name="T64" fmla="*/ 236 w 295"/>
                  <a:gd name="T65" fmla="*/ 23 h 261"/>
                  <a:gd name="T66" fmla="*/ 240 w 295"/>
                  <a:gd name="T67" fmla="*/ 33 h 261"/>
                  <a:gd name="T68" fmla="*/ 238 w 295"/>
                  <a:gd name="T69" fmla="*/ 36 h 261"/>
                  <a:gd name="T70" fmla="*/ 232 w 295"/>
                  <a:gd name="T71" fmla="*/ 44 h 261"/>
                  <a:gd name="T72" fmla="*/ 226 w 295"/>
                  <a:gd name="T73" fmla="*/ 44 h 261"/>
                  <a:gd name="T74" fmla="*/ 218 w 295"/>
                  <a:gd name="T75" fmla="*/ 40 h 261"/>
                  <a:gd name="T76" fmla="*/ 215 w 295"/>
                  <a:gd name="T77" fmla="*/ 33 h 261"/>
                  <a:gd name="T78" fmla="*/ 215 w 295"/>
                  <a:gd name="T79" fmla="*/ 27 h 261"/>
                  <a:gd name="T80" fmla="*/ 222 w 295"/>
                  <a:gd name="T81" fmla="*/ 21 h 261"/>
                  <a:gd name="T82" fmla="*/ 226 w 295"/>
                  <a:gd name="T83" fmla="*/ 19 h 261"/>
                  <a:gd name="T84" fmla="*/ 190 w 295"/>
                  <a:gd name="T85" fmla="*/ 19 h 261"/>
                  <a:gd name="T86" fmla="*/ 199 w 295"/>
                  <a:gd name="T87" fmla="*/ 23 h 261"/>
                  <a:gd name="T88" fmla="*/ 203 w 295"/>
                  <a:gd name="T89" fmla="*/ 33 h 261"/>
                  <a:gd name="T90" fmla="*/ 201 w 295"/>
                  <a:gd name="T91" fmla="*/ 36 h 261"/>
                  <a:gd name="T92" fmla="*/ 195 w 295"/>
                  <a:gd name="T93" fmla="*/ 44 h 261"/>
                  <a:gd name="T94" fmla="*/ 190 w 295"/>
                  <a:gd name="T95" fmla="*/ 44 h 261"/>
                  <a:gd name="T96" fmla="*/ 182 w 295"/>
                  <a:gd name="T97" fmla="*/ 40 h 261"/>
                  <a:gd name="T98" fmla="*/ 178 w 295"/>
                  <a:gd name="T99" fmla="*/ 33 h 261"/>
                  <a:gd name="T100" fmla="*/ 178 w 295"/>
                  <a:gd name="T101" fmla="*/ 27 h 261"/>
                  <a:gd name="T102" fmla="*/ 186 w 295"/>
                  <a:gd name="T103" fmla="*/ 21 h 261"/>
                  <a:gd name="T104" fmla="*/ 190 w 295"/>
                  <a:gd name="T105" fmla="*/ 19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5" h="261">
                    <a:moveTo>
                      <a:pt x="278" y="240"/>
                    </a:moveTo>
                    <a:lnTo>
                      <a:pt x="278" y="240"/>
                    </a:lnTo>
                    <a:lnTo>
                      <a:pt x="276" y="240"/>
                    </a:lnTo>
                    <a:lnTo>
                      <a:pt x="276" y="244"/>
                    </a:lnTo>
                    <a:lnTo>
                      <a:pt x="19" y="244"/>
                    </a:lnTo>
                    <a:lnTo>
                      <a:pt x="19" y="65"/>
                    </a:lnTo>
                    <a:lnTo>
                      <a:pt x="276" y="65"/>
                    </a:lnTo>
                    <a:lnTo>
                      <a:pt x="276" y="83"/>
                    </a:lnTo>
                    <a:lnTo>
                      <a:pt x="276" y="83"/>
                    </a:lnTo>
                    <a:lnTo>
                      <a:pt x="278" y="83"/>
                    </a:lnTo>
                    <a:lnTo>
                      <a:pt x="278" y="83"/>
                    </a:lnTo>
                    <a:lnTo>
                      <a:pt x="295" y="84"/>
                    </a:lnTo>
                    <a:lnTo>
                      <a:pt x="295" y="10"/>
                    </a:lnTo>
                    <a:lnTo>
                      <a:pt x="295" y="10"/>
                    </a:lnTo>
                    <a:lnTo>
                      <a:pt x="293" y="6"/>
                    </a:lnTo>
                    <a:lnTo>
                      <a:pt x="291" y="2"/>
                    </a:lnTo>
                    <a:lnTo>
                      <a:pt x="289" y="0"/>
                    </a:lnTo>
                    <a:lnTo>
                      <a:pt x="286" y="0"/>
                    </a:lnTo>
                    <a:lnTo>
                      <a:pt x="9" y="0"/>
                    </a:lnTo>
                    <a:lnTo>
                      <a:pt x="9" y="0"/>
                    </a:lnTo>
                    <a:lnTo>
                      <a:pt x="6" y="0"/>
                    </a:lnTo>
                    <a:lnTo>
                      <a:pt x="2" y="2"/>
                    </a:lnTo>
                    <a:lnTo>
                      <a:pt x="0" y="6"/>
                    </a:lnTo>
                    <a:lnTo>
                      <a:pt x="0" y="10"/>
                    </a:lnTo>
                    <a:lnTo>
                      <a:pt x="0" y="253"/>
                    </a:lnTo>
                    <a:lnTo>
                      <a:pt x="0" y="253"/>
                    </a:lnTo>
                    <a:lnTo>
                      <a:pt x="0" y="255"/>
                    </a:lnTo>
                    <a:lnTo>
                      <a:pt x="2" y="259"/>
                    </a:lnTo>
                    <a:lnTo>
                      <a:pt x="6" y="261"/>
                    </a:lnTo>
                    <a:lnTo>
                      <a:pt x="9" y="261"/>
                    </a:lnTo>
                    <a:lnTo>
                      <a:pt x="286" y="261"/>
                    </a:lnTo>
                    <a:lnTo>
                      <a:pt x="286" y="261"/>
                    </a:lnTo>
                    <a:lnTo>
                      <a:pt x="289" y="261"/>
                    </a:lnTo>
                    <a:lnTo>
                      <a:pt x="291" y="259"/>
                    </a:lnTo>
                    <a:lnTo>
                      <a:pt x="293" y="255"/>
                    </a:lnTo>
                    <a:lnTo>
                      <a:pt x="295" y="253"/>
                    </a:lnTo>
                    <a:lnTo>
                      <a:pt x="295" y="238"/>
                    </a:lnTo>
                    <a:lnTo>
                      <a:pt x="295" y="238"/>
                    </a:lnTo>
                    <a:lnTo>
                      <a:pt x="278" y="240"/>
                    </a:lnTo>
                    <a:lnTo>
                      <a:pt x="278" y="240"/>
                    </a:lnTo>
                    <a:close/>
                    <a:moveTo>
                      <a:pt x="263" y="19"/>
                    </a:moveTo>
                    <a:lnTo>
                      <a:pt x="263" y="19"/>
                    </a:lnTo>
                    <a:lnTo>
                      <a:pt x="268" y="21"/>
                    </a:lnTo>
                    <a:lnTo>
                      <a:pt x="272" y="23"/>
                    </a:lnTo>
                    <a:lnTo>
                      <a:pt x="274" y="27"/>
                    </a:lnTo>
                    <a:lnTo>
                      <a:pt x="276" y="33"/>
                    </a:lnTo>
                    <a:lnTo>
                      <a:pt x="276" y="33"/>
                    </a:lnTo>
                    <a:lnTo>
                      <a:pt x="274" y="36"/>
                    </a:lnTo>
                    <a:lnTo>
                      <a:pt x="272" y="40"/>
                    </a:lnTo>
                    <a:lnTo>
                      <a:pt x="268" y="44"/>
                    </a:lnTo>
                    <a:lnTo>
                      <a:pt x="263" y="44"/>
                    </a:lnTo>
                    <a:lnTo>
                      <a:pt x="263" y="44"/>
                    </a:lnTo>
                    <a:lnTo>
                      <a:pt x="259" y="44"/>
                    </a:lnTo>
                    <a:lnTo>
                      <a:pt x="255" y="40"/>
                    </a:lnTo>
                    <a:lnTo>
                      <a:pt x="251" y="36"/>
                    </a:lnTo>
                    <a:lnTo>
                      <a:pt x="251" y="33"/>
                    </a:lnTo>
                    <a:lnTo>
                      <a:pt x="251" y="33"/>
                    </a:lnTo>
                    <a:lnTo>
                      <a:pt x="251" y="27"/>
                    </a:lnTo>
                    <a:lnTo>
                      <a:pt x="255" y="23"/>
                    </a:lnTo>
                    <a:lnTo>
                      <a:pt x="259" y="21"/>
                    </a:lnTo>
                    <a:lnTo>
                      <a:pt x="263" y="19"/>
                    </a:lnTo>
                    <a:lnTo>
                      <a:pt x="263" y="19"/>
                    </a:lnTo>
                    <a:close/>
                    <a:moveTo>
                      <a:pt x="226" y="19"/>
                    </a:moveTo>
                    <a:lnTo>
                      <a:pt x="226" y="19"/>
                    </a:lnTo>
                    <a:lnTo>
                      <a:pt x="232" y="21"/>
                    </a:lnTo>
                    <a:lnTo>
                      <a:pt x="236" y="23"/>
                    </a:lnTo>
                    <a:lnTo>
                      <a:pt x="238" y="27"/>
                    </a:lnTo>
                    <a:lnTo>
                      <a:pt x="240" y="33"/>
                    </a:lnTo>
                    <a:lnTo>
                      <a:pt x="240" y="33"/>
                    </a:lnTo>
                    <a:lnTo>
                      <a:pt x="238" y="36"/>
                    </a:lnTo>
                    <a:lnTo>
                      <a:pt x="236" y="40"/>
                    </a:lnTo>
                    <a:lnTo>
                      <a:pt x="232" y="44"/>
                    </a:lnTo>
                    <a:lnTo>
                      <a:pt x="226" y="44"/>
                    </a:lnTo>
                    <a:lnTo>
                      <a:pt x="226" y="44"/>
                    </a:lnTo>
                    <a:lnTo>
                      <a:pt x="222" y="44"/>
                    </a:lnTo>
                    <a:lnTo>
                      <a:pt x="218" y="40"/>
                    </a:lnTo>
                    <a:lnTo>
                      <a:pt x="215" y="36"/>
                    </a:lnTo>
                    <a:lnTo>
                      <a:pt x="215" y="33"/>
                    </a:lnTo>
                    <a:lnTo>
                      <a:pt x="215" y="33"/>
                    </a:lnTo>
                    <a:lnTo>
                      <a:pt x="215" y="27"/>
                    </a:lnTo>
                    <a:lnTo>
                      <a:pt x="218" y="23"/>
                    </a:lnTo>
                    <a:lnTo>
                      <a:pt x="222" y="21"/>
                    </a:lnTo>
                    <a:lnTo>
                      <a:pt x="226" y="19"/>
                    </a:lnTo>
                    <a:lnTo>
                      <a:pt x="226" y="19"/>
                    </a:lnTo>
                    <a:close/>
                    <a:moveTo>
                      <a:pt x="190" y="19"/>
                    </a:moveTo>
                    <a:lnTo>
                      <a:pt x="190" y="19"/>
                    </a:lnTo>
                    <a:lnTo>
                      <a:pt x="195" y="21"/>
                    </a:lnTo>
                    <a:lnTo>
                      <a:pt x="199" y="23"/>
                    </a:lnTo>
                    <a:lnTo>
                      <a:pt x="201" y="27"/>
                    </a:lnTo>
                    <a:lnTo>
                      <a:pt x="203" y="33"/>
                    </a:lnTo>
                    <a:lnTo>
                      <a:pt x="203" y="33"/>
                    </a:lnTo>
                    <a:lnTo>
                      <a:pt x="201" y="36"/>
                    </a:lnTo>
                    <a:lnTo>
                      <a:pt x="199" y="40"/>
                    </a:lnTo>
                    <a:lnTo>
                      <a:pt x="195" y="44"/>
                    </a:lnTo>
                    <a:lnTo>
                      <a:pt x="190" y="44"/>
                    </a:lnTo>
                    <a:lnTo>
                      <a:pt x="190" y="44"/>
                    </a:lnTo>
                    <a:lnTo>
                      <a:pt x="186" y="44"/>
                    </a:lnTo>
                    <a:lnTo>
                      <a:pt x="182" y="40"/>
                    </a:lnTo>
                    <a:lnTo>
                      <a:pt x="178" y="36"/>
                    </a:lnTo>
                    <a:lnTo>
                      <a:pt x="178" y="33"/>
                    </a:lnTo>
                    <a:lnTo>
                      <a:pt x="178" y="33"/>
                    </a:lnTo>
                    <a:lnTo>
                      <a:pt x="178" y="27"/>
                    </a:lnTo>
                    <a:lnTo>
                      <a:pt x="182" y="23"/>
                    </a:lnTo>
                    <a:lnTo>
                      <a:pt x="186" y="21"/>
                    </a:lnTo>
                    <a:lnTo>
                      <a:pt x="190" y="19"/>
                    </a:lnTo>
                    <a:lnTo>
                      <a:pt x="19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7" name="Freeform 215">
                <a:extLst>
                  <a:ext uri="{FF2B5EF4-FFF2-40B4-BE49-F238E27FC236}">
                    <a16:creationId xmlns:a16="http://schemas.microsoft.com/office/drawing/2014/main" id="{36EFA0E7-16E4-43A3-83FD-4E0B06373A42}"/>
                  </a:ext>
                </a:extLst>
              </p:cNvPr>
              <p:cNvSpPr>
                <a:spLocks noEditPoints="1"/>
              </p:cNvSpPr>
              <p:nvPr/>
            </p:nvSpPr>
            <p:spPr bwMode="auto">
              <a:xfrm>
                <a:off x="5949950" y="2779713"/>
                <a:ext cx="295275" cy="238125"/>
              </a:xfrm>
              <a:custGeom>
                <a:avLst/>
                <a:gdLst>
                  <a:gd name="T0" fmla="*/ 142 w 186"/>
                  <a:gd name="T1" fmla="*/ 100 h 150"/>
                  <a:gd name="T2" fmla="*/ 136 w 186"/>
                  <a:gd name="T3" fmla="*/ 98 h 150"/>
                  <a:gd name="T4" fmla="*/ 130 w 186"/>
                  <a:gd name="T5" fmla="*/ 98 h 150"/>
                  <a:gd name="T6" fmla="*/ 120 w 186"/>
                  <a:gd name="T7" fmla="*/ 96 h 150"/>
                  <a:gd name="T8" fmla="*/ 126 w 186"/>
                  <a:gd name="T9" fmla="*/ 84 h 150"/>
                  <a:gd name="T10" fmla="*/ 128 w 186"/>
                  <a:gd name="T11" fmla="*/ 61 h 150"/>
                  <a:gd name="T12" fmla="*/ 126 w 186"/>
                  <a:gd name="T13" fmla="*/ 50 h 150"/>
                  <a:gd name="T14" fmla="*/ 117 w 186"/>
                  <a:gd name="T15" fmla="*/ 27 h 150"/>
                  <a:gd name="T16" fmla="*/ 97 w 186"/>
                  <a:gd name="T17" fmla="*/ 10 h 150"/>
                  <a:gd name="T18" fmla="*/ 74 w 186"/>
                  <a:gd name="T19" fmla="*/ 2 h 150"/>
                  <a:gd name="T20" fmla="*/ 50 w 186"/>
                  <a:gd name="T21" fmla="*/ 2 h 150"/>
                  <a:gd name="T22" fmla="*/ 36 w 186"/>
                  <a:gd name="T23" fmla="*/ 8 h 150"/>
                  <a:gd name="T24" fmla="*/ 17 w 186"/>
                  <a:gd name="T25" fmla="*/ 21 h 150"/>
                  <a:gd name="T26" fmla="*/ 4 w 186"/>
                  <a:gd name="T27" fmla="*/ 42 h 150"/>
                  <a:gd name="T28" fmla="*/ 0 w 186"/>
                  <a:gd name="T29" fmla="*/ 67 h 150"/>
                  <a:gd name="T30" fmla="*/ 2 w 186"/>
                  <a:gd name="T31" fmla="*/ 80 h 150"/>
                  <a:gd name="T32" fmla="*/ 13 w 186"/>
                  <a:gd name="T33" fmla="*/ 103 h 150"/>
                  <a:gd name="T34" fmla="*/ 30 w 186"/>
                  <a:gd name="T35" fmla="*/ 121 h 150"/>
                  <a:gd name="T36" fmla="*/ 53 w 186"/>
                  <a:gd name="T37" fmla="*/ 128 h 150"/>
                  <a:gd name="T38" fmla="*/ 80 w 186"/>
                  <a:gd name="T39" fmla="*/ 128 h 150"/>
                  <a:gd name="T40" fmla="*/ 90 w 186"/>
                  <a:gd name="T41" fmla="*/ 125 h 150"/>
                  <a:gd name="T42" fmla="*/ 107 w 186"/>
                  <a:gd name="T43" fmla="*/ 113 h 150"/>
                  <a:gd name="T44" fmla="*/ 120 w 186"/>
                  <a:gd name="T45" fmla="*/ 111 h 150"/>
                  <a:gd name="T46" fmla="*/ 120 w 186"/>
                  <a:gd name="T47" fmla="*/ 119 h 150"/>
                  <a:gd name="T48" fmla="*/ 163 w 186"/>
                  <a:gd name="T49" fmla="*/ 148 h 150"/>
                  <a:gd name="T50" fmla="*/ 168 w 186"/>
                  <a:gd name="T51" fmla="*/ 150 h 150"/>
                  <a:gd name="T52" fmla="*/ 174 w 186"/>
                  <a:gd name="T53" fmla="*/ 150 h 150"/>
                  <a:gd name="T54" fmla="*/ 184 w 186"/>
                  <a:gd name="T55" fmla="*/ 144 h 150"/>
                  <a:gd name="T56" fmla="*/ 186 w 186"/>
                  <a:gd name="T57" fmla="*/ 138 h 150"/>
                  <a:gd name="T58" fmla="*/ 184 w 186"/>
                  <a:gd name="T59" fmla="*/ 128 h 150"/>
                  <a:gd name="T60" fmla="*/ 178 w 186"/>
                  <a:gd name="T61" fmla="*/ 125 h 150"/>
                  <a:gd name="T62" fmla="*/ 74 w 186"/>
                  <a:gd name="T63" fmla="*/ 105 h 150"/>
                  <a:gd name="T64" fmla="*/ 57 w 186"/>
                  <a:gd name="T65" fmla="*/ 105 h 150"/>
                  <a:gd name="T66" fmla="*/ 44 w 186"/>
                  <a:gd name="T67" fmla="*/ 100 h 150"/>
                  <a:gd name="T68" fmla="*/ 30 w 186"/>
                  <a:gd name="T69" fmla="*/ 90 h 150"/>
                  <a:gd name="T70" fmla="*/ 25 w 186"/>
                  <a:gd name="T71" fmla="*/ 75 h 150"/>
                  <a:gd name="T72" fmla="*/ 23 w 186"/>
                  <a:gd name="T73" fmla="*/ 67 h 150"/>
                  <a:gd name="T74" fmla="*/ 27 w 186"/>
                  <a:gd name="T75" fmla="*/ 50 h 150"/>
                  <a:gd name="T76" fmla="*/ 34 w 186"/>
                  <a:gd name="T77" fmla="*/ 36 h 150"/>
                  <a:gd name="T78" fmla="*/ 48 w 186"/>
                  <a:gd name="T79" fmla="*/ 27 h 150"/>
                  <a:gd name="T80" fmla="*/ 55 w 186"/>
                  <a:gd name="T81" fmla="*/ 25 h 150"/>
                  <a:gd name="T82" fmla="*/ 71 w 186"/>
                  <a:gd name="T83" fmla="*/ 25 h 150"/>
                  <a:gd name="T84" fmla="*/ 86 w 186"/>
                  <a:gd name="T85" fmla="*/ 31 h 150"/>
                  <a:gd name="T86" fmla="*/ 97 w 186"/>
                  <a:gd name="T87" fmla="*/ 40 h 150"/>
                  <a:gd name="T88" fmla="*/ 105 w 186"/>
                  <a:gd name="T89" fmla="*/ 56 h 150"/>
                  <a:gd name="T90" fmla="*/ 105 w 186"/>
                  <a:gd name="T91" fmla="*/ 63 h 150"/>
                  <a:gd name="T92" fmla="*/ 103 w 186"/>
                  <a:gd name="T93" fmla="*/ 79 h 150"/>
                  <a:gd name="T94" fmla="*/ 96 w 186"/>
                  <a:gd name="T95" fmla="*/ 92 h 150"/>
                  <a:gd name="T96" fmla="*/ 82 w 186"/>
                  <a:gd name="T97" fmla="*/ 102 h 150"/>
                  <a:gd name="T98" fmla="*/ 74 w 186"/>
                  <a:gd name="T99" fmla="*/ 10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6" h="150">
                    <a:moveTo>
                      <a:pt x="178" y="125"/>
                    </a:moveTo>
                    <a:lnTo>
                      <a:pt x="142" y="100"/>
                    </a:lnTo>
                    <a:lnTo>
                      <a:pt x="142" y="100"/>
                    </a:lnTo>
                    <a:lnTo>
                      <a:pt x="136" y="98"/>
                    </a:lnTo>
                    <a:lnTo>
                      <a:pt x="130" y="98"/>
                    </a:lnTo>
                    <a:lnTo>
                      <a:pt x="130" y="98"/>
                    </a:lnTo>
                    <a:lnTo>
                      <a:pt x="126" y="100"/>
                    </a:lnTo>
                    <a:lnTo>
                      <a:pt x="120" y="96"/>
                    </a:lnTo>
                    <a:lnTo>
                      <a:pt x="120" y="96"/>
                    </a:lnTo>
                    <a:lnTo>
                      <a:pt x="126" y="84"/>
                    </a:lnTo>
                    <a:lnTo>
                      <a:pt x="128" y="73"/>
                    </a:lnTo>
                    <a:lnTo>
                      <a:pt x="128" y="61"/>
                    </a:lnTo>
                    <a:lnTo>
                      <a:pt x="126" y="50"/>
                    </a:lnTo>
                    <a:lnTo>
                      <a:pt x="126" y="50"/>
                    </a:lnTo>
                    <a:lnTo>
                      <a:pt x="122" y="38"/>
                    </a:lnTo>
                    <a:lnTo>
                      <a:pt x="117" y="27"/>
                    </a:lnTo>
                    <a:lnTo>
                      <a:pt x="107" y="17"/>
                    </a:lnTo>
                    <a:lnTo>
                      <a:pt x="97" y="10"/>
                    </a:lnTo>
                    <a:lnTo>
                      <a:pt x="86" y="4"/>
                    </a:lnTo>
                    <a:lnTo>
                      <a:pt x="74" y="2"/>
                    </a:lnTo>
                    <a:lnTo>
                      <a:pt x="63" y="0"/>
                    </a:lnTo>
                    <a:lnTo>
                      <a:pt x="50" y="2"/>
                    </a:lnTo>
                    <a:lnTo>
                      <a:pt x="50" y="2"/>
                    </a:lnTo>
                    <a:lnTo>
                      <a:pt x="36" y="8"/>
                    </a:lnTo>
                    <a:lnTo>
                      <a:pt x="27" y="13"/>
                    </a:lnTo>
                    <a:lnTo>
                      <a:pt x="17" y="21"/>
                    </a:lnTo>
                    <a:lnTo>
                      <a:pt x="9" y="31"/>
                    </a:lnTo>
                    <a:lnTo>
                      <a:pt x="4" y="42"/>
                    </a:lnTo>
                    <a:lnTo>
                      <a:pt x="2" y="56"/>
                    </a:lnTo>
                    <a:lnTo>
                      <a:pt x="0" y="67"/>
                    </a:lnTo>
                    <a:lnTo>
                      <a:pt x="2" y="80"/>
                    </a:lnTo>
                    <a:lnTo>
                      <a:pt x="2" y="80"/>
                    </a:lnTo>
                    <a:lnTo>
                      <a:pt x="5" y="92"/>
                    </a:lnTo>
                    <a:lnTo>
                      <a:pt x="13" y="103"/>
                    </a:lnTo>
                    <a:lnTo>
                      <a:pt x="21" y="113"/>
                    </a:lnTo>
                    <a:lnTo>
                      <a:pt x="30" y="121"/>
                    </a:lnTo>
                    <a:lnTo>
                      <a:pt x="42" y="125"/>
                    </a:lnTo>
                    <a:lnTo>
                      <a:pt x="53" y="128"/>
                    </a:lnTo>
                    <a:lnTo>
                      <a:pt x="67" y="130"/>
                    </a:lnTo>
                    <a:lnTo>
                      <a:pt x="80" y="128"/>
                    </a:lnTo>
                    <a:lnTo>
                      <a:pt x="80" y="128"/>
                    </a:lnTo>
                    <a:lnTo>
                      <a:pt x="90" y="125"/>
                    </a:lnTo>
                    <a:lnTo>
                      <a:pt x="97" y="119"/>
                    </a:lnTo>
                    <a:lnTo>
                      <a:pt x="107" y="113"/>
                    </a:lnTo>
                    <a:lnTo>
                      <a:pt x="113" y="107"/>
                    </a:lnTo>
                    <a:lnTo>
                      <a:pt x="120" y="111"/>
                    </a:lnTo>
                    <a:lnTo>
                      <a:pt x="120" y="111"/>
                    </a:lnTo>
                    <a:lnTo>
                      <a:pt x="120" y="119"/>
                    </a:lnTo>
                    <a:lnTo>
                      <a:pt x="126" y="125"/>
                    </a:lnTo>
                    <a:lnTo>
                      <a:pt x="163" y="148"/>
                    </a:lnTo>
                    <a:lnTo>
                      <a:pt x="163" y="148"/>
                    </a:lnTo>
                    <a:lnTo>
                      <a:pt x="168" y="150"/>
                    </a:lnTo>
                    <a:lnTo>
                      <a:pt x="174" y="150"/>
                    </a:lnTo>
                    <a:lnTo>
                      <a:pt x="174" y="150"/>
                    </a:lnTo>
                    <a:lnTo>
                      <a:pt x="180" y="148"/>
                    </a:lnTo>
                    <a:lnTo>
                      <a:pt x="184" y="144"/>
                    </a:lnTo>
                    <a:lnTo>
                      <a:pt x="184" y="144"/>
                    </a:lnTo>
                    <a:lnTo>
                      <a:pt x="186" y="138"/>
                    </a:lnTo>
                    <a:lnTo>
                      <a:pt x="186" y="134"/>
                    </a:lnTo>
                    <a:lnTo>
                      <a:pt x="184" y="128"/>
                    </a:lnTo>
                    <a:lnTo>
                      <a:pt x="178" y="125"/>
                    </a:lnTo>
                    <a:lnTo>
                      <a:pt x="178" y="125"/>
                    </a:lnTo>
                    <a:close/>
                    <a:moveTo>
                      <a:pt x="74" y="105"/>
                    </a:moveTo>
                    <a:lnTo>
                      <a:pt x="74" y="105"/>
                    </a:lnTo>
                    <a:lnTo>
                      <a:pt x="65" y="105"/>
                    </a:lnTo>
                    <a:lnTo>
                      <a:pt x="57" y="105"/>
                    </a:lnTo>
                    <a:lnTo>
                      <a:pt x="50" y="103"/>
                    </a:lnTo>
                    <a:lnTo>
                      <a:pt x="44" y="100"/>
                    </a:lnTo>
                    <a:lnTo>
                      <a:pt x="36" y="96"/>
                    </a:lnTo>
                    <a:lnTo>
                      <a:pt x="30" y="90"/>
                    </a:lnTo>
                    <a:lnTo>
                      <a:pt x="27" y="82"/>
                    </a:lnTo>
                    <a:lnTo>
                      <a:pt x="25" y="75"/>
                    </a:lnTo>
                    <a:lnTo>
                      <a:pt x="25" y="75"/>
                    </a:lnTo>
                    <a:lnTo>
                      <a:pt x="23" y="67"/>
                    </a:lnTo>
                    <a:lnTo>
                      <a:pt x="23" y="57"/>
                    </a:lnTo>
                    <a:lnTo>
                      <a:pt x="27" y="50"/>
                    </a:lnTo>
                    <a:lnTo>
                      <a:pt x="28" y="44"/>
                    </a:lnTo>
                    <a:lnTo>
                      <a:pt x="34" y="36"/>
                    </a:lnTo>
                    <a:lnTo>
                      <a:pt x="40" y="33"/>
                    </a:lnTo>
                    <a:lnTo>
                      <a:pt x="48" y="27"/>
                    </a:lnTo>
                    <a:lnTo>
                      <a:pt x="55" y="25"/>
                    </a:lnTo>
                    <a:lnTo>
                      <a:pt x="55" y="25"/>
                    </a:lnTo>
                    <a:lnTo>
                      <a:pt x="63" y="23"/>
                    </a:lnTo>
                    <a:lnTo>
                      <a:pt x="71" y="25"/>
                    </a:lnTo>
                    <a:lnTo>
                      <a:pt x="78" y="27"/>
                    </a:lnTo>
                    <a:lnTo>
                      <a:pt x="86" y="31"/>
                    </a:lnTo>
                    <a:lnTo>
                      <a:pt x="92" y="34"/>
                    </a:lnTo>
                    <a:lnTo>
                      <a:pt x="97" y="40"/>
                    </a:lnTo>
                    <a:lnTo>
                      <a:pt x="101" y="48"/>
                    </a:lnTo>
                    <a:lnTo>
                      <a:pt x="105" y="56"/>
                    </a:lnTo>
                    <a:lnTo>
                      <a:pt x="105" y="56"/>
                    </a:lnTo>
                    <a:lnTo>
                      <a:pt x="105" y="63"/>
                    </a:lnTo>
                    <a:lnTo>
                      <a:pt x="105" y="71"/>
                    </a:lnTo>
                    <a:lnTo>
                      <a:pt x="103" y="79"/>
                    </a:lnTo>
                    <a:lnTo>
                      <a:pt x="99" y="86"/>
                    </a:lnTo>
                    <a:lnTo>
                      <a:pt x="96" y="92"/>
                    </a:lnTo>
                    <a:lnTo>
                      <a:pt x="90" y="98"/>
                    </a:lnTo>
                    <a:lnTo>
                      <a:pt x="82" y="102"/>
                    </a:lnTo>
                    <a:lnTo>
                      <a:pt x="74" y="105"/>
                    </a:lnTo>
                    <a:lnTo>
                      <a:pt x="74"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grpSp>
      </p:grpSp>
      <p:sp>
        <p:nvSpPr>
          <p:cNvPr id="2" name="Title 1"/>
          <p:cNvSpPr>
            <a:spLocks noGrp="1"/>
          </p:cNvSpPr>
          <p:nvPr>
            <p:ph type="title"/>
          </p:nvPr>
        </p:nvSpPr>
        <p:spPr/>
        <p:txBody>
          <a:bodyPr/>
          <a:lstStyle/>
          <a:p>
            <a:r>
              <a:rPr lang="en-US" dirty="0" err="1"/>
              <a:t>gitlab</a:t>
            </a:r>
            <a:endParaRPr lang="en-US" dirty="0"/>
          </a:p>
        </p:txBody>
      </p:sp>
      <p:sp>
        <p:nvSpPr>
          <p:cNvPr id="3" name="Text Placeholder 2"/>
          <p:cNvSpPr>
            <a:spLocks noGrp="1"/>
          </p:cNvSpPr>
          <p:nvPr>
            <p:ph type="body" sz="quarter" idx="10"/>
          </p:nvPr>
        </p:nvSpPr>
        <p:spPr>
          <a:xfrm>
            <a:off x="381000" y="1014984"/>
            <a:ext cx="11430000" cy="395908"/>
          </a:xfrm>
        </p:spPr>
        <p:txBody>
          <a:bodyPr/>
          <a:lstStyle/>
          <a:p>
            <a:r>
              <a:rPr lang="en-US" dirty="0"/>
              <a:t>Features</a:t>
            </a:r>
          </a:p>
        </p:txBody>
      </p:sp>
      <p:sp>
        <p:nvSpPr>
          <p:cNvPr id="4" name="Footer Placeholder 3"/>
          <p:cNvSpPr>
            <a:spLocks noGrp="1"/>
          </p:cNvSpPr>
          <p:nvPr>
            <p:ph type="ftr" sz="quarter" idx="3"/>
          </p:nvPr>
        </p:nvSpPr>
        <p:spPr>
          <a:xfrm>
            <a:off x="381002" y="6576387"/>
            <a:ext cx="5714999" cy="206375"/>
          </a:xfrm>
        </p:spPr>
        <p:txBody>
          <a:bodyPr/>
          <a:lstStyle/>
          <a:p>
            <a:r>
              <a:rPr lang="en-US"/>
              <a:t>Copyright © 2017 Accenture  All rights reserved.</a:t>
            </a:r>
            <a:endParaRPr lang="en-US" dirty="0"/>
          </a:p>
        </p:txBody>
      </p:sp>
      <p:sp>
        <p:nvSpPr>
          <p:cNvPr id="5" name="Slide Number Placeholder 4"/>
          <p:cNvSpPr>
            <a:spLocks noGrp="1"/>
          </p:cNvSpPr>
          <p:nvPr>
            <p:ph type="sldNum" sz="quarter" idx="4"/>
          </p:nvPr>
        </p:nvSpPr>
        <p:spPr/>
        <p:txBody>
          <a:bodyPr/>
          <a:lstStyle/>
          <a:p>
            <a:fld id="{4F9AC08D-23A9-440E-BCB9-AA1E9877CC38}" type="slidenum">
              <a:rPr lang="en-US" smtClean="0"/>
              <a:pPr/>
              <a:t>11</a:t>
            </a:fld>
            <a:endParaRPr lang="en-US" dirty="0"/>
          </a:p>
        </p:txBody>
      </p:sp>
      <p:sp>
        <p:nvSpPr>
          <p:cNvPr id="46" name="TextBox 45">
            <a:extLst>
              <a:ext uri="{FF2B5EF4-FFF2-40B4-BE49-F238E27FC236}">
                <a16:creationId xmlns:a16="http://schemas.microsoft.com/office/drawing/2014/main" id="{6320123F-4C45-44FC-BF8C-716005E7DD6A}"/>
              </a:ext>
            </a:extLst>
          </p:cNvPr>
          <p:cNvSpPr txBox="1"/>
          <p:nvPr/>
        </p:nvSpPr>
        <p:spPr>
          <a:xfrm>
            <a:off x="2328672" y="4636008"/>
            <a:ext cx="2342478" cy="369332"/>
          </a:xfrm>
          <a:prstGeom prst="rect">
            <a:avLst/>
          </a:prstGeom>
          <a:noFill/>
        </p:spPr>
        <p:txBody>
          <a:bodyPr wrap="square" rtlCol="0">
            <a:spAutoFit/>
          </a:bodyPr>
          <a:lstStyle/>
          <a:p>
            <a:pPr algn="ctr"/>
            <a:r>
              <a:rPr lang="en-US" b="1" dirty="0">
                <a:solidFill>
                  <a:schemeClr val="bg1"/>
                </a:solidFill>
              </a:rPr>
              <a:t>FILE BROWSER</a:t>
            </a:r>
          </a:p>
        </p:txBody>
      </p:sp>
      <p:sp>
        <p:nvSpPr>
          <p:cNvPr id="28" name="TextBox 27">
            <a:extLst>
              <a:ext uri="{FF2B5EF4-FFF2-40B4-BE49-F238E27FC236}">
                <a16:creationId xmlns:a16="http://schemas.microsoft.com/office/drawing/2014/main" id="{65DD71F4-7E3E-4525-A830-DAAF44C9D116}"/>
              </a:ext>
            </a:extLst>
          </p:cNvPr>
          <p:cNvSpPr txBox="1"/>
          <p:nvPr/>
        </p:nvSpPr>
        <p:spPr>
          <a:xfrm>
            <a:off x="5696713" y="2566067"/>
            <a:ext cx="5961888" cy="2031325"/>
          </a:xfrm>
          <a:prstGeom prst="rect">
            <a:avLst/>
          </a:prstGeom>
          <a:noFill/>
        </p:spPr>
        <p:txBody>
          <a:bodyPr wrap="square" rtlCol="0">
            <a:spAutoFit/>
          </a:bodyPr>
          <a:lstStyle/>
          <a:p>
            <a:pPr marL="285750" indent="-285750" algn="just">
              <a:buFont typeface="Arial" panose="020B0604020202020204" pitchFamily="34" charset="0"/>
              <a:buChar char="•"/>
            </a:pPr>
            <a:r>
              <a:rPr lang="en-US" dirty="0">
                <a:solidFill>
                  <a:schemeClr val="bg1"/>
                </a:solidFill>
              </a:rPr>
              <a:t>Sometimes it's easier to make quick changes directly from the </a:t>
            </a:r>
            <a:r>
              <a:rPr lang="en-US" dirty="0" err="1">
                <a:solidFill>
                  <a:schemeClr val="bg1"/>
                </a:solidFill>
              </a:rPr>
              <a:t>GitLab</a:t>
            </a:r>
            <a:r>
              <a:rPr lang="en-US" dirty="0">
                <a:solidFill>
                  <a:schemeClr val="bg1"/>
                </a:solidFill>
              </a:rPr>
              <a:t> interface than to clone the project and use the Git command line tool. In this feature highlight we look at how you can create a new file, directory, branch or tag from the file browser. All of these actions are available from a single dropdown menu.</a:t>
            </a:r>
          </a:p>
        </p:txBody>
      </p:sp>
    </p:spTree>
    <p:extLst>
      <p:ext uri="{BB962C8B-B14F-4D97-AF65-F5344CB8AC3E}">
        <p14:creationId xmlns:p14="http://schemas.microsoft.com/office/powerpoint/2010/main" val="3475447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E35E09E-1F28-43BA-833C-7549E7CCC295}"/>
              </a:ext>
            </a:extLst>
          </p:cNvPr>
          <p:cNvGrpSpPr/>
          <p:nvPr/>
        </p:nvGrpSpPr>
        <p:grpSpPr>
          <a:xfrm>
            <a:off x="2699323" y="2252882"/>
            <a:ext cx="1601176" cy="1820252"/>
            <a:chOff x="3679693" y="4520749"/>
            <a:chExt cx="1422512" cy="1658175"/>
          </a:xfrm>
        </p:grpSpPr>
        <p:sp>
          <p:nvSpPr>
            <p:cNvPr id="14" name="Freeform 8">
              <a:extLst>
                <a:ext uri="{FF2B5EF4-FFF2-40B4-BE49-F238E27FC236}">
                  <a16:creationId xmlns:a16="http://schemas.microsoft.com/office/drawing/2014/main" id="{7643B46B-EDC5-47DD-A4DB-ACA05883124F}"/>
                </a:ext>
              </a:extLst>
            </p:cNvPr>
            <p:cNvSpPr>
              <a:spLocks/>
            </p:cNvSpPr>
            <p:nvPr/>
          </p:nvSpPr>
          <p:spPr bwMode="auto">
            <a:xfrm>
              <a:off x="3679693" y="4520749"/>
              <a:ext cx="1422512" cy="1658175"/>
            </a:xfrm>
            <a:custGeom>
              <a:avLst/>
              <a:gdLst>
                <a:gd name="T0" fmla="*/ 176 w 352"/>
                <a:gd name="T1" fmla="*/ 0 h 410"/>
                <a:gd name="T2" fmla="*/ 0 w 352"/>
                <a:gd name="T3" fmla="*/ 176 h 410"/>
                <a:gd name="T4" fmla="*/ 121 w 352"/>
                <a:gd name="T5" fmla="*/ 343 h 410"/>
                <a:gd name="T6" fmla="*/ 165 w 352"/>
                <a:gd name="T7" fmla="*/ 398 h 410"/>
                <a:gd name="T8" fmla="*/ 176 w 352"/>
                <a:gd name="T9" fmla="*/ 410 h 410"/>
                <a:gd name="T10" fmla="*/ 186 w 352"/>
                <a:gd name="T11" fmla="*/ 398 h 410"/>
                <a:gd name="T12" fmla="*/ 230 w 352"/>
                <a:gd name="T13" fmla="*/ 343 h 410"/>
                <a:gd name="T14" fmla="*/ 352 w 352"/>
                <a:gd name="T15" fmla="*/ 176 h 410"/>
                <a:gd name="T16" fmla="*/ 176 w 352"/>
                <a:gd name="T17" fmla="*/ 0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10">
                  <a:moveTo>
                    <a:pt x="176" y="0"/>
                  </a:moveTo>
                  <a:cubicBezTo>
                    <a:pt x="79" y="0"/>
                    <a:pt x="0" y="78"/>
                    <a:pt x="0" y="176"/>
                  </a:cubicBezTo>
                  <a:cubicBezTo>
                    <a:pt x="0" y="251"/>
                    <a:pt x="50" y="320"/>
                    <a:pt x="121" y="343"/>
                  </a:cubicBezTo>
                  <a:cubicBezTo>
                    <a:pt x="136" y="363"/>
                    <a:pt x="151" y="382"/>
                    <a:pt x="165" y="398"/>
                  </a:cubicBezTo>
                  <a:cubicBezTo>
                    <a:pt x="176" y="410"/>
                    <a:pt x="176" y="410"/>
                    <a:pt x="176" y="410"/>
                  </a:cubicBezTo>
                  <a:cubicBezTo>
                    <a:pt x="186" y="398"/>
                    <a:pt x="186" y="398"/>
                    <a:pt x="186" y="398"/>
                  </a:cubicBezTo>
                  <a:cubicBezTo>
                    <a:pt x="201" y="382"/>
                    <a:pt x="216" y="363"/>
                    <a:pt x="230" y="343"/>
                  </a:cubicBezTo>
                  <a:cubicBezTo>
                    <a:pt x="302" y="320"/>
                    <a:pt x="352" y="251"/>
                    <a:pt x="352" y="176"/>
                  </a:cubicBezTo>
                  <a:cubicBezTo>
                    <a:pt x="352" y="78"/>
                    <a:pt x="273" y="0"/>
                    <a:pt x="176" y="0"/>
                  </a:cubicBezTo>
                  <a:close/>
                </a:path>
              </a:pathLst>
            </a:custGeom>
            <a:solidFill>
              <a:schemeClr val="accent1">
                <a:lumMod val="50000"/>
              </a:schemeClr>
            </a:solidFill>
            <a:ln>
              <a:noFill/>
            </a:ln>
            <a:extLst/>
          </p:spPr>
          <p:txBody>
            <a:bodyPr vert="horz" wrap="square" lIns="91440" tIns="45720" rIns="91440" bIns="45720" numCol="1" anchor="t" anchorCtr="0" compatLnSpc="1">
              <a:prstTxWarp prst="textNoShape">
                <a:avLst/>
              </a:prstTxWarp>
            </a:bodyPr>
            <a:lstStyle/>
            <a:p>
              <a:endParaRPr lang="en-IE"/>
            </a:p>
          </p:txBody>
        </p:sp>
        <p:sp>
          <p:nvSpPr>
            <p:cNvPr id="15" name="Oval 14">
              <a:extLst>
                <a:ext uri="{FF2B5EF4-FFF2-40B4-BE49-F238E27FC236}">
                  <a16:creationId xmlns:a16="http://schemas.microsoft.com/office/drawing/2014/main" id="{17A7FA70-5020-4921-97B5-4683F0DB3588}"/>
                </a:ext>
              </a:extLst>
            </p:cNvPr>
            <p:cNvSpPr/>
            <p:nvPr/>
          </p:nvSpPr>
          <p:spPr>
            <a:xfrm>
              <a:off x="3776586" y="4619982"/>
              <a:ext cx="1228725" cy="1228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292BF785-4C4F-4991-9953-5EC9CBB7E2E6}"/>
                </a:ext>
              </a:extLst>
            </p:cNvPr>
            <p:cNvGrpSpPr/>
            <p:nvPr/>
          </p:nvGrpSpPr>
          <p:grpSpPr>
            <a:xfrm>
              <a:off x="4021793" y="4837230"/>
              <a:ext cx="724481" cy="757018"/>
              <a:chOff x="8116888" y="3322638"/>
              <a:chExt cx="530225" cy="554038"/>
            </a:xfrm>
            <a:solidFill>
              <a:schemeClr val="accent1">
                <a:lumMod val="50000"/>
              </a:schemeClr>
            </a:solidFill>
          </p:grpSpPr>
          <p:sp>
            <p:nvSpPr>
              <p:cNvPr id="17" name="Freeform 223">
                <a:extLst>
                  <a:ext uri="{FF2B5EF4-FFF2-40B4-BE49-F238E27FC236}">
                    <a16:creationId xmlns:a16="http://schemas.microsoft.com/office/drawing/2014/main" id="{755832D5-8FAF-4B38-86EA-F549F334A365}"/>
                  </a:ext>
                </a:extLst>
              </p:cNvPr>
              <p:cNvSpPr>
                <a:spLocks/>
              </p:cNvSpPr>
              <p:nvPr/>
            </p:nvSpPr>
            <p:spPr bwMode="auto">
              <a:xfrm>
                <a:off x="8170863" y="3605213"/>
                <a:ext cx="103188" cy="127000"/>
              </a:xfrm>
              <a:custGeom>
                <a:avLst/>
                <a:gdLst>
                  <a:gd name="T0" fmla="*/ 0 w 65"/>
                  <a:gd name="T1" fmla="*/ 40 h 80"/>
                  <a:gd name="T2" fmla="*/ 0 w 65"/>
                  <a:gd name="T3" fmla="*/ 40 h 80"/>
                  <a:gd name="T4" fmla="*/ 0 w 65"/>
                  <a:gd name="T5" fmla="*/ 48 h 80"/>
                  <a:gd name="T6" fmla="*/ 2 w 65"/>
                  <a:gd name="T7" fmla="*/ 55 h 80"/>
                  <a:gd name="T8" fmla="*/ 6 w 65"/>
                  <a:gd name="T9" fmla="*/ 63 h 80"/>
                  <a:gd name="T10" fmla="*/ 10 w 65"/>
                  <a:gd name="T11" fmla="*/ 68 h 80"/>
                  <a:gd name="T12" fmla="*/ 16 w 65"/>
                  <a:gd name="T13" fmla="*/ 74 h 80"/>
                  <a:gd name="T14" fmla="*/ 21 w 65"/>
                  <a:gd name="T15" fmla="*/ 78 h 80"/>
                  <a:gd name="T16" fmla="*/ 27 w 65"/>
                  <a:gd name="T17" fmla="*/ 80 h 80"/>
                  <a:gd name="T18" fmla="*/ 33 w 65"/>
                  <a:gd name="T19" fmla="*/ 80 h 80"/>
                  <a:gd name="T20" fmla="*/ 33 w 65"/>
                  <a:gd name="T21" fmla="*/ 80 h 80"/>
                  <a:gd name="T22" fmla="*/ 40 w 65"/>
                  <a:gd name="T23" fmla="*/ 80 h 80"/>
                  <a:gd name="T24" fmla="*/ 46 w 65"/>
                  <a:gd name="T25" fmla="*/ 78 h 80"/>
                  <a:gd name="T26" fmla="*/ 52 w 65"/>
                  <a:gd name="T27" fmla="*/ 74 h 80"/>
                  <a:gd name="T28" fmla="*/ 55 w 65"/>
                  <a:gd name="T29" fmla="*/ 68 h 80"/>
                  <a:gd name="T30" fmla="*/ 59 w 65"/>
                  <a:gd name="T31" fmla="*/ 63 h 80"/>
                  <a:gd name="T32" fmla="*/ 63 w 65"/>
                  <a:gd name="T33" fmla="*/ 55 h 80"/>
                  <a:gd name="T34" fmla="*/ 65 w 65"/>
                  <a:gd name="T35" fmla="*/ 48 h 80"/>
                  <a:gd name="T36" fmla="*/ 65 w 65"/>
                  <a:gd name="T37" fmla="*/ 40 h 80"/>
                  <a:gd name="T38" fmla="*/ 65 w 65"/>
                  <a:gd name="T39" fmla="*/ 40 h 80"/>
                  <a:gd name="T40" fmla="*/ 65 w 65"/>
                  <a:gd name="T41" fmla="*/ 32 h 80"/>
                  <a:gd name="T42" fmla="*/ 63 w 65"/>
                  <a:gd name="T43" fmla="*/ 25 h 80"/>
                  <a:gd name="T44" fmla="*/ 59 w 65"/>
                  <a:gd name="T45" fmla="*/ 17 h 80"/>
                  <a:gd name="T46" fmla="*/ 55 w 65"/>
                  <a:gd name="T47" fmla="*/ 12 h 80"/>
                  <a:gd name="T48" fmla="*/ 52 w 65"/>
                  <a:gd name="T49" fmla="*/ 8 h 80"/>
                  <a:gd name="T50" fmla="*/ 46 w 65"/>
                  <a:gd name="T51" fmla="*/ 4 h 80"/>
                  <a:gd name="T52" fmla="*/ 40 w 65"/>
                  <a:gd name="T53" fmla="*/ 0 h 80"/>
                  <a:gd name="T54" fmla="*/ 33 w 65"/>
                  <a:gd name="T55" fmla="*/ 0 h 80"/>
                  <a:gd name="T56" fmla="*/ 33 w 65"/>
                  <a:gd name="T57" fmla="*/ 0 h 80"/>
                  <a:gd name="T58" fmla="*/ 27 w 65"/>
                  <a:gd name="T59" fmla="*/ 0 h 80"/>
                  <a:gd name="T60" fmla="*/ 21 w 65"/>
                  <a:gd name="T61" fmla="*/ 4 h 80"/>
                  <a:gd name="T62" fmla="*/ 16 w 65"/>
                  <a:gd name="T63" fmla="*/ 8 h 80"/>
                  <a:gd name="T64" fmla="*/ 10 w 65"/>
                  <a:gd name="T65" fmla="*/ 12 h 80"/>
                  <a:gd name="T66" fmla="*/ 6 w 65"/>
                  <a:gd name="T67" fmla="*/ 17 h 80"/>
                  <a:gd name="T68" fmla="*/ 2 w 65"/>
                  <a:gd name="T69" fmla="*/ 25 h 80"/>
                  <a:gd name="T70" fmla="*/ 0 w 65"/>
                  <a:gd name="T71" fmla="*/ 32 h 80"/>
                  <a:gd name="T72" fmla="*/ 0 w 65"/>
                  <a:gd name="T73" fmla="*/ 40 h 80"/>
                  <a:gd name="T74" fmla="*/ 0 w 65"/>
                  <a:gd name="T75" fmla="*/ 4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5" h="80">
                    <a:moveTo>
                      <a:pt x="0" y="40"/>
                    </a:moveTo>
                    <a:lnTo>
                      <a:pt x="0" y="40"/>
                    </a:lnTo>
                    <a:lnTo>
                      <a:pt x="0" y="48"/>
                    </a:lnTo>
                    <a:lnTo>
                      <a:pt x="2" y="55"/>
                    </a:lnTo>
                    <a:lnTo>
                      <a:pt x="6" y="63"/>
                    </a:lnTo>
                    <a:lnTo>
                      <a:pt x="10" y="68"/>
                    </a:lnTo>
                    <a:lnTo>
                      <a:pt x="16" y="74"/>
                    </a:lnTo>
                    <a:lnTo>
                      <a:pt x="21" y="78"/>
                    </a:lnTo>
                    <a:lnTo>
                      <a:pt x="27" y="80"/>
                    </a:lnTo>
                    <a:lnTo>
                      <a:pt x="33" y="80"/>
                    </a:lnTo>
                    <a:lnTo>
                      <a:pt x="33" y="80"/>
                    </a:lnTo>
                    <a:lnTo>
                      <a:pt x="40" y="80"/>
                    </a:lnTo>
                    <a:lnTo>
                      <a:pt x="46" y="78"/>
                    </a:lnTo>
                    <a:lnTo>
                      <a:pt x="52" y="74"/>
                    </a:lnTo>
                    <a:lnTo>
                      <a:pt x="55" y="68"/>
                    </a:lnTo>
                    <a:lnTo>
                      <a:pt x="59" y="63"/>
                    </a:lnTo>
                    <a:lnTo>
                      <a:pt x="63" y="55"/>
                    </a:lnTo>
                    <a:lnTo>
                      <a:pt x="65" y="48"/>
                    </a:lnTo>
                    <a:lnTo>
                      <a:pt x="65" y="40"/>
                    </a:lnTo>
                    <a:lnTo>
                      <a:pt x="65" y="40"/>
                    </a:lnTo>
                    <a:lnTo>
                      <a:pt x="65" y="32"/>
                    </a:lnTo>
                    <a:lnTo>
                      <a:pt x="63" y="25"/>
                    </a:lnTo>
                    <a:lnTo>
                      <a:pt x="59" y="17"/>
                    </a:lnTo>
                    <a:lnTo>
                      <a:pt x="55" y="12"/>
                    </a:lnTo>
                    <a:lnTo>
                      <a:pt x="52" y="8"/>
                    </a:lnTo>
                    <a:lnTo>
                      <a:pt x="46" y="4"/>
                    </a:lnTo>
                    <a:lnTo>
                      <a:pt x="40" y="0"/>
                    </a:lnTo>
                    <a:lnTo>
                      <a:pt x="33" y="0"/>
                    </a:lnTo>
                    <a:lnTo>
                      <a:pt x="33" y="0"/>
                    </a:lnTo>
                    <a:lnTo>
                      <a:pt x="27" y="0"/>
                    </a:lnTo>
                    <a:lnTo>
                      <a:pt x="21" y="4"/>
                    </a:lnTo>
                    <a:lnTo>
                      <a:pt x="16" y="8"/>
                    </a:lnTo>
                    <a:lnTo>
                      <a:pt x="10" y="12"/>
                    </a:lnTo>
                    <a:lnTo>
                      <a:pt x="6" y="17"/>
                    </a:lnTo>
                    <a:lnTo>
                      <a:pt x="2" y="25"/>
                    </a:lnTo>
                    <a:lnTo>
                      <a:pt x="0" y="32"/>
                    </a:lnTo>
                    <a:lnTo>
                      <a:pt x="0" y="40"/>
                    </a:lnTo>
                    <a:lnTo>
                      <a:pt x="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18" name="Freeform 224">
                <a:extLst>
                  <a:ext uri="{FF2B5EF4-FFF2-40B4-BE49-F238E27FC236}">
                    <a16:creationId xmlns:a16="http://schemas.microsoft.com/office/drawing/2014/main" id="{C39BAC9B-C826-4500-9D0B-2CDF2576C632}"/>
                  </a:ext>
                </a:extLst>
              </p:cNvPr>
              <p:cNvSpPr>
                <a:spLocks/>
              </p:cNvSpPr>
              <p:nvPr/>
            </p:nvSpPr>
            <p:spPr bwMode="auto">
              <a:xfrm>
                <a:off x="8116888" y="3746501"/>
                <a:ext cx="87313" cy="127000"/>
              </a:xfrm>
              <a:custGeom>
                <a:avLst/>
                <a:gdLst>
                  <a:gd name="T0" fmla="*/ 34 w 55"/>
                  <a:gd name="T1" fmla="*/ 32 h 80"/>
                  <a:gd name="T2" fmla="*/ 42 w 55"/>
                  <a:gd name="T3" fmla="*/ 19 h 80"/>
                  <a:gd name="T4" fmla="*/ 27 w 55"/>
                  <a:gd name="T5" fmla="*/ 12 h 80"/>
                  <a:gd name="T6" fmla="*/ 40 w 55"/>
                  <a:gd name="T7" fmla="*/ 0 h 80"/>
                  <a:gd name="T8" fmla="*/ 40 w 55"/>
                  <a:gd name="T9" fmla="*/ 0 h 80"/>
                  <a:gd name="T10" fmla="*/ 40 w 55"/>
                  <a:gd name="T11" fmla="*/ 0 h 80"/>
                  <a:gd name="T12" fmla="*/ 23 w 55"/>
                  <a:gd name="T13" fmla="*/ 0 h 80"/>
                  <a:gd name="T14" fmla="*/ 23 w 55"/>
                  <a:gd name="T15" fmla="*/ 0 h 80"/>
                  <a:gd name="T16" fmla="*/ 23 w 55"/>
                  <a:gd name="T17" fmla="*/ 2 h 80"/>
                  <a:gd name="T18" fmla="*/ 23 w 55"/>
                  <a:gd name="T19" fmla="*/ 2 h 80"/>
                  <a:gd name="T20" fmla="*/ 21 w 55"/>
                  <a:gd name="T21" fmla="*/ 2 h 80"/>
                  <a:gd name="T22" fmla="*/ 21 w 55"/>
                  <a:gd name="T23" fmla="*/ 2 h 80"/>
                  <a:gd name="T24" fmla="*/ 16 w 55"/>
                  <a:gd name="T25" fmla="*/ 2 h 80"/>
                  <a:gd name="T26" fmla="*/ 10 w 55"/>
                  <a:gd name="T27" fmla="*/ 6 h 80"/>
                  <a:gd name="T28" fmla="*/ 4 w 55"/>
                  <a:gd name="T29" fmla="*/ 12 h 80"/>
                  <a:gd name="T30" fmla="*/ 2 w 55"/>
                  <a:gd name="T31" fmla="*/ 19 h 80"/>
                  <a:gd name="T32" fmla="*/ 0 w 55"/>
                  <a:gd name="T33" fmla="*/ 57 h 80"/>
                  <a:gd name="T34" fmla="*/ 0 w 55"/>
                  <a:gd name="T35" fmla="*/ 57 h 80"/>
                  <a:gd name="T36" fmla="*/ 12 w 55"/>
                  <a:gd name="T37" fmla="*/ 66 h 80"/>
                  <a:gd name="T38" fmla="*/ 25 w 55"/>
                  <a:gd name="T39" fmla="*/ 72 h 80"/>
                  <a:gd name="T40" fmla="*/ 40 w 55"/>
                  <a:gd name="T41" fmla="*/ 78 h 80"/>
                  <a:gd name="T42" fmla="*/ 55 w 55"/>
                  <a:gd name="T43" fmla="*/ 80 h 80"/>
                  <a:gd name="T44" fmla="*/ 55 w 55"/>
                  <a:gd name="T45" fmla="*/ 80 h 80"/>
                  <a:gd name="T46" fmla="*/ 34 w 55"/>
                  <a:gd name="T47" fmla="*/ 3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5" h="80">
                    <a:moveTo>
                      <a:pt x="34" y="32"/>
                    </a:moveTo>
                    <a:lnTo>
                      <a:pt x="42" y="19"/>
                    </a:lnTo>
                    <a:lnTo>
                      <a:pt x="27" y="12"/>
                    </a:lnTo>
                    <a:lnTo>
                      <a:pt x="40" y="0"/>
                    </a:lnTo>
                    <a:lnTo>
                      <a:pt x="40" y="0"/>
                    </a:lnTo>
                    <a:lnTo>
                      <a:pt x="40" y="0"/>
                    </a:lnTo>
                    <a:lnTo>
                      <a:pt x="23" y="0"/>
                    </a:lnTo>
                    <a:lnTo>
                      <a:pt x="23" y="0"/>
                    </a:lnTo>
                    <a:lnTo>
                      <a:pt x="23" y="2"/>
                    </a:lnTo>
                    <a:lnTo>
                      <a:pt x="23" y="2"/>
                    </a:lnTo>
                    <a:lnTo>
                      <a:pt x="21" y="2"/>
                    </a:lnTo>
                    <a:lnTo>
                      <a:pt x="21" y="2"/>
                    </a:lnTo>
                    <a:lnTo>
                      <a:pt x="16" y="2"/>
                    </a:lnTo>
                    <a:lnTo>
                      <a:pt x="10" y="6"/>
                    </a:lnTo>
                    <a:lnTo>
                      <a:pt x="4" y="12"/>
                    </a:lnTo>
                    <a:lnTo>
                      <a:pt x="2" y="19"/>
                    </a:lnTo>
                    <a:lnTo>
                      <a:pt x="0" y="57"/>
                    </a:lnTo>
                    <a:lnTo>
                      <a:pt x="0" y="57"/>
                    </a:lnTo>
                    <a:lnTo>
                      <a:pt x="12" y="66"/>
                    </a:lnTo>
                    <a:lnTo>
                      <a:pt x="25" y="72"/>
                    </a:lnTo>
                    <a:lnTo>
                      <a:pt x="40" y="78"/>
                    </a:lnTo>
                    <a:lnTo>
                      <a:pt x="55" y="80"/>
                    </a:lnTo>
                    <a:lnTo>
                      <a:pt x="55" y="80"/>
                    </a:lnTo>
                    <a:lnTo>
                      <a:pt x="34"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19" name="Freeform 225">
                <a:extLst>
                  <a:ext uri="{FF2B5EF4-FFF2-40B4-BE49-F238E27FC236}">
                    <a16:creationId xmlns:a16="http://schemas.microsoft.com/office/drawing/2014/main" id="{68CF7582-20EE-49C3-934D-FC55D450114E}"/>
                  </a:ext>
                </a:extLst>
              </p:cNvPr>
              <p:cNvSpPr>
                <a:spLocks/>
              </p:cNvSpPr>
              <p:nvPr/>
            </p:nvSpPr>
            <p:spPr bwMode="auto">
              <a:xfrm>
                <a:off x="8240713" y="3746501"/>
                <a:ext cx="90488" cy="127000"/>
              </a:xfrm>
              <a:custGeom>
                <a:avLst/>
                <a:gdLst>
                  <a:gd name="T0" fmla="*/ 55 w 57"/>
                  <a:gd name="T1" fmla="*/ 19 h 80"/>
                  <a:gd name="T2" fmla="*/ 55 w 57"/>
                  <a:gd name="T3" fmla="*/ 19 h 80"/>
                  <a:gd name="T4" fmla="*/ 53 w 57"/>
                  <a:gd name="T5" fmla="*/ 12 h 80"/>
                  <a:gd name="T6" fmla="*/ 47 w 57"/>
                  <a:gd name="T7" fmla="*/ 6 h 80"/>
                  <a:gd name="T8" fmla="*/ 42 w 57"/>
                  <a:gd name="T9" fmla="*/ 2 h 80"/>
                  <a:gd name="T10" fmla="*/ 36 w 57"/>
                  <a:gd name="T11" fmla="*/ 2 h 80"/>
                  <a:gd name="T12" fmla="*/ 36 w 57"/>
                  <a:gd name="T13" fmla="*/ 2 h 80"/>
                  <a:gd name="T14" fmla="*/ 34 w 57"/>
                  <a:gd name="T15" fmla="*/ 2 h 80"/>
                  <a:gd name="T16" fmla="*/ 34 w 57"/>
                  <a:gd name="T17" fmla="*/ 2 h 80"/>
                  <a:gd name="T18" fmla="*/ 32 w 57"/>
                  <a:gd name="T19" fmla="*/ 0 h 80"/>
                  <a:gd name="T20" fmla="*/ 32 w 57"/>
                  <a:gd name="T21" fmla="*/ 0 h 80"/>
                  <a:gd name="T22" fmla="*/ 17 w 57"/>
                  <a:gd name="T23" fmla="*/ 0 h 80"/>
                  <a:gd name="T24" fmla="*/ 17 w 57"/>
                  <a:gd name="T25" fmla="*/ 0 h 80"/>
                  <a:gd name="T26" fmla="*/ 30 w 57"/>
                  <a:gd name="T27" fmla="*/ 12 h 80"/>
                  <a:gd name="T28" fmla="*/ 13 w 57"/>
                  <a:gd name="T29" fmla="*/ 19 h 80"/>
                  <a:gd name="T30" fmla="*/ 21 w 57"/>
                  <a:gd name="T31" fmla="*/ 32 h 80"/>
                  <a:gd name="T32" fmla="*/ 0 w 57"/>
                  <a:gd name="T33" fmla="*/ 80 h 80"/>
                  <a:gd name="T34" fmla="*/ 0 w 57"/>
                  <a:gd name="T35" fmla="*/ 80 h 80"/>
                  <a:gd name="T36" fmla="*/ 0 w 57"/>
                  <a:gd name="T37" fmla="*/ 80 h 80"/>
                  <a:gd name="T38" fmla="*/ 15 w 57"/>
                  <a:gd name="T39" fmla="*/ 78 h 80"/>
                  <a:gd name="T40" fmla="*/ 30 w 57"/>
                  <a:gd name="T41" fmla="*/ 72 h 80"/>
                  <a:gd name="T42" fmla="*/ 45 w 57"/>
                  <a:gd name="T43" fmla="*/ 66 h 80"/>
                  <a:gd name="T44" fmla="*/ 57 w 57"/>
                  <a:gd name="T45" fmla="*/ 57 h 80"/>
                  <a:gd name="T46" fmla="*/ 55 w 57"/>
                  <a:gd name="T47" fmla="*/ 19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7" h="80">
                    <a:moveTo>
                      <a:pt x="55" y="19"/>
                    </a:moveTo>
                    <a:lnTo>
                      <a:pt x="55" y="19"/>
                    </a:lnTo>
                    <a:lnTo>
                      <a:pt x="53" y="12"/>
                    </a:lnTo>
                    <a:lnTo>
                      <a:pt x="47" y="6"/>
                    </a:lnTo>
                    <a:lnTo>
                      <a:pt x="42" y="2"/>
                    </a:lnTo>
                    <a:lnTo>
                      <a:pt x="36" y="2"/>
                    </a:lnTo>
                    <a:lnTo>
                      <a:pt x="36" y="2"/>
                    </a:lnTo>
                    <a:lnTo>
                      <a:pt x="34" y="2"/>
                    </a:lnTo>
                    <a:lnTo>
                      <a:pt x="34" y="2"/>
                    </a:lnTo>
                    <a:lnTo>
                      <a:pt x="32" y="0"/>
                    </a:lnTo>
                    <a:lnTo>
                      <a:pt x="32" y="0"/>
                    </a:lnTo>
                    <a:lnTo>
                      <a:pt x="17" y="0"/>
                    </a:lnTo>
                    <a:lnTo>
                      <a:pt x="17" y="0"/>
                    </a:lnTo>
                    <a:lnTo>
                      <a:pt x="30" y="12"/>
                    </a:lnTo>
                    <a:lnTo>
                      <a:pt x="13" y="19"/>
                    </a:lnTo>
                    <a:lnTo>
                      <a:pt x="21" y="32"/>
                    </a:lnTo>
                    <a:lnTo>
                      <a:pt x="0" y="80"/>
                    </a:lnTo>
                    <a:lnTo>
                      <a:pt x="0" y="80"/>
                    </a:lnTo>
                    <a:lnTo>
                      <a:pt x="0" y="80"/>
                    </a:lnTo>
                    <a:lnTo>
                      <a:pt x="15" y="78"/>
                    </a:lnTo>
                    <a:lnTo>
                      <a:pt x="30" y="72"/>
                    </a:lnTo>
                    <a:lnTo>
                      <a:pt x="45" y="66"/>
                    </a:lnTo>
                    <a:lnTo>
                      <a:pt x="57" y="57"/>
                    </a:lnTo>
                    <a:lnTo>
                      <a:pt x="55"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0" name="Freeform 226">
                <a:extLst>
                  <a:ext uri="{FF2B5EF4-FFF2-40B4-BE49-F238E27FC236}">
                    <a16:creationId xmlns:a16="http://schemas.microsoft.com/office/drawing/2014/main" id="{A0061FB7-74F9-4C82-8E5D-279F7BBA6198}"/>
                  </a:ext>
                </a:extLst>
              </p:cNvPr>
              <p:cNvSpPr>
                <a:spLocks/>
              </p:cNvSpPr>
              <p:nvPr/>
            </p:nvSpPr>
            <p:spPr bwMode="auto">
              <a:xfrm>
                <a:off x="8204201" y="3740151"/>
                <a:ext cx="36513" cy="136525"/>
              </a:xfrm>
              <a:custGeom>
                <a:avLst/>
                <a:gdLst>
                  <a:gd name="T0" fmla="*/ 19 w 23"/>
                  <a:gd name="T1" fmla="*/ 17 h 86"/>
                  <a:gd name="T2" fmla="*/ 23 w 23"/>
                  <a:gd name="T3" fmla="*/ 16 h 86"/>
                  <a:gd name="T4" fmla="*/ 19 w 23"/>
                  <a:gd name="T5" fmla="*/ 0 h 86"/>
                  <a:gd name="T6" fmla="*/ 6 w 23"/>
                  <a:gd name="T7" fmla="*/ 0 h 86"/>
                  <a:gd name="T8" fmla="*/ 2 w 23"/>
                  <a:gd name="T9" fmla="*/ 16 h 86"/>
                  <a:gd name="T10" fmla="*/ 4 w 23"/>
                  <a:gd name="T11" fmla="*/ 17 h 86"/>
                  <a:gd name="T12" fmla="*/ 0 w 23"/>
                  <a:gd name="T13" fmla="*/ 84 h 86"/>
                  <a:gd name="T14" fmla="*/ 0 w 23"/>
                  <a:gd name="T15" fmla="*/ 84 h 86"/>
                  <a:gd name="T16" fmla="*/ 0 w 23"/>
                  <a:gd name="T17" fmla="*/ 84 h 86"/>
                  <a:gd name="T18" fmla="*/ 12 w 23"/>
                  <a:gd name="T19" fmla="*/ 86 h 86"/>
                  <a:gd name="T20" fmla="*/ 12 w 23"/>
                  <a:gd name="T21" fmla="*/ 86 h 86"/>
                  <a:gd name="T22" fmla="*/ 23 w 23"/>
                  <a:gd name="T23" fmla="*/ 84 h 86"/>
                  <a:gd name="T24" fmla="*/ 23 w 23"/>
                  <a:gd name="T25" fmla="*/ 84 h 86"/>
                  <a:gd name="T26" fmla="*/ 19 w 23"/>
                  <a:gd name="T27" fmla="*/ 1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 h="86">
                    <a:moveTo>
                      <a:pt x="19" y="17"/>
                    </a:moveTo>
                    <a:lnTo>
                      <a:pt x="23" y="16"/>
                    </a:lnTo>
                    <a:lnTo>
                      <a:pt x="19" y="0"/>
                    </a:lnTo>
                    <a:lnTo>
                      <a:pt x="6" y="0"/>
                    </a:lnTo>
                    <a:lnTo>
                      <a:pt x="2" y="16"/>
                    </a:lnTo>
                    <a:lnTo>
                      <a:pt x="4" y="17"/>
                    </a:lnTo>
                    <a:lnTo>
                      <a:pt x="0" y="84"/>
                    </a:lnTo>
                    <a:lnTo>
                      <a:pt x="0" y="84"/>
                    </a:lnTo>
                    <a:lnTo>
                      <a:pt x="0" y="84"/>
                    </a:lnTo>
                    <a:lnTo>
                      <a:pt x="12" y="86"/>
                    </a:lnTo>
                    <a:lnTo>
                      <a:pt x="12" y="86"/>
                    </a:lnTo>
                    <a:lnTo>
                      <a:pt x="23" y="84"/>
                    </a:lnTo>
                    <a:lnTo>
                      <a:pt x="23" y="84"/>
                    </a:lnTo>
                    <a:lnTo>
                      <a:pt x="19"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1" name="Freeform 227">
                <a:extLst>
                  <a:ext uri="{FF2B5EF4-FFF2-40B4-BE49-F238E27FC236}">
                    <a16:creationId xmlns:a16="http://schemas.microsoft.com/office/drawing/2014/main" id="{F3AF9072-7939-4625-BDE5-DD00CB8C5157}"/>
                  </a:ext>
                </a:extLst>
              </p:cNvPr>
              <p:cNvSpPr>
                <a:spLocks noEditPoints="1"/>
              </p:cNvSpPr>
              <p:nvPr/>
            </p:nvSpPr>
            <p:spPr bwMode="auto">
              <a:xfrm>
                <a:off x="8253413" y="3322638"/>
                <a:ext cx="393700" cy="342900"/>
              </a:xfrm>
              <a:custGeom>
                <a:avLst/>
                <a:gdLst>
                  <a:gd name="T0" fmla="*/ 34 w 248"/>
                  <a:gd name="T1" fmla="*/ 0 h 216"/>
                  <a:gd name="T2" fmla="*/ 26 w 248"/>
                  <a:gd name="T3" fmla="*/ 0 h 216"/>
                  <a:gd name="T4" fmla="*/ 15 w 248"/>
                  <a:gd name="T5" fmla="*/ 6 h 216"/>
                  <a:gd name="T6" fmla="*/ 5 w 248"/>
                  <a:gd name="T7" fmla="*/ 16 h 216"/>
                  <a:gd name="T8" fmla="*/ 0 w 248"/>
                  <a:gd name="T9" fmla="*/ 27 h 216"/>
                  <a:gd name="T10" fmla="*/ 0 w 248"/>
                  <a:gd name="T11" fmla="*/ 129 h 216"/>
                  <a:gd name="T12" fmla="*/ 0 w 248"/>
                  <a:gd name="T13" fmla="*/ 137 h 216"/>
                  <a:gd name="T14" fmla="*/ 5 w 248"/>
                  <a:gd name="T15" fmla="*/ 148 h 216"/>
                  <a:gd name="T16" fmla="*/ 15 w 248"/>
                  <a:gd name="T17" fmla="*/ 157 h 216"/>
                  <a:gd name="T18" fmla="*/ 26 w 248"/>
                  <a:gd name="T19" fmla="*/ 163 h 216"/>
                  <a:gd name="T20" fmla="*/ 62 w 248"/>
                  <a:gd name="T21" fmla="*/ 163 h 216"/>
                  <a:gd name="T22" fmla="*/ 130 w 248"/>
                  <a:gd name="T23" fmla="*/ 163 h 216"/>
                  <a:gd name="T24" fmla="*/ 213 w 248"/>
                  <a:gd name="T25" fmla="*/ 163 h 216"/>
                  <a:gd name="T26" fmla="*/ 227 w 248"/>
                  <a:gd name="T27" fmla="*/ 161 h 216"/>
                  <a:gd name="T28" fmla="*/ 238 w 248"/>
                  <a:gd name="T29" fmla="*/ 154 h 216"/>
                  <a:gd name="T30" fmla="*/ 246 w 248"/>
                  <a:gd name="T31" fmla="*/ 142 h 216"/>
                  <a:gd name="T32" fmla="*/ 248 w 248"/>
                  <a:gd name="T33" fmla="*/ 129 h 216"/>
                  <a:gd name="T34" fmla="*/ 248 w 248"/>
                  <a:gd name="T35" fmla="*/ 34 h 216"/>
                  <a:gd name="T36" fmla="*/ 246 w 248"/>
                  <a:gd name="T37" fmla="*/ 21 h 216"/>
                  <a:gd name="T38" fmla="*/ 238 w 248"/>
                  <a:gd name="T39" fmla="*/ 10 h 216"/>
                  <a:gd name="T40" fmla="*/ 227 w 248"/>
                  <a:gd name="T41" fmla="*/ 2 h 216"/>
                  <a:gd name="T42" fmla="*/ 213 w 248"/>
                  <a:gd name="T43" fmla="*/ 0 h 216"/>
                  <a:gd name="T44" fmla="*/ 70 w 248"/>
                  <a:gd name="T45" fmla="*/ 97 h 216"/>
                  <a:gd name="T46" fmla="*/ 64 w 248"/>
                  <a:gd name="T47" fmla="*/ 97 h 216"/>
                  <a:gd name="T48" fmla="*/ 56 w 248"/>
                  <a:gd name="T49" fmla="*/ 87 h 216"/>
                  <a:gd name="T50" fmla="*/ 56 w 248"/>
                  <a:gd name="T51" fmla="*/ 82 h 216"/>
                  <a:gd name="T52" fmla="*/ 60 w 248"/>
                  <a:gd name="T53" fmla="*/ 72 h 216"/>
                  <a:gd name="T54" fmla="*/ 70 w 248"/>
                  <a:gd name="T55" fmla="*/ 68 h 216"/>
                  <a:gd name="T56" fmla="*/ 75 w 248"/>
                  <a:gd name="T57" fmla="*/ 68 h 216"/>
                  <a:gd name="T58" fmla="*/ 85 w 248"/>
                  <a:gd name="T59" fmla="*/ 76 h 216"/>
                  <a:gd name="T60" fmla="*/ 85 w 248"/>
                  <a:gd name="T61" fmla="*/ 82 h 216"/>
                  <a:gd name="T62" fmla="*/ 81 w 248"/>
                  <a:gd name="T63" fmla="*/ 93 h 216"/>
                  <a:gd name="T64" fmla="*/ 70 w 248"/>
                  <a:gd name="T65" fmla="*/ 97 h 216"/>
                  <a:gd name="T66" fmla="*/ 123 w 248"/>
                  <a:gd name="T67" fmla="*/ 97 h 216"/>
                  <a:gd name="T68" fmla="*/ 117 w 248"/>
                  <a:gd name="T69" fmla="*/ 97 h 216"/>
                  <a:gd name="T70" fmla="*/ 109 w 248"/>
                  <a:gd name="T71" fmla="*/ 87 h 216"/>
                  <a:gd name="T72" fmla="*/ 109 w 248"/>
                  <a:gd name="T73" fmla="*/ 82 h 216"/>
                  <a:gd name="T74" fmla="*/ 113 w 248"/>
                  <a:gd name="T75" fmla="*/ 72 h 216"/>
                  <a:gd name="T76" fmla="*/ 123 w 248"/>
                  <a:gd name="T77" fmla="*/ 68 h 216"/>
                  <a:gd name="T78" fmla="*/ 128 w 248"/>
                  <a:gd name="T79" fmla="*/ 68 h 216"/>
                  <a:gd name="T80" fmla="*/ 138 w 248"/>
                  <a:gd name="T81" fmla="*/ 76 h 216"/>
                  <a:gd name="T82" fmla="*/ 138 w 248"/>
                  <a:gd name="T83" fmla="*/ 82 h 216"/>
                  <a:gd name="T84" fmla="*/ 134 w 248"/>
                  <a:gd name="T85" fmla="*/ 93 h 216"/>
                  <a:gd name="T86" fmla="*/ 123 w 248"/>
                  <a:gd name="T87" fmla="*/ 97 h 216"/>
                  <a:gd name="T88" fmla="*/ 176 w 248"/>
                  <a:gd name="T89" fmla="*/ 97 h 216"/>
                  <a:gd name="T90" fmla="*/ 170 w 248"/>
                  <a:gd name="T91" fmla="*/ 97 h 216"/>
                  <a:gd name="T92" fmla="*/ 162 w 248"/>
                  <a:gd name="T93" fmla="*/ 87 h 216"/>
                  <a:gd name="T94" fmla="*/ 162 w 248"/>
                  <a:gd name="T95" fmla="*/ 82 h 216"/>
                  <a:gd name="T96" fmla="*/ 166 w 248"/>
                  <a:gd name="T97" fmla="*/ 72 h 216"/>
                  <a:gd name="T98" fmla="*/ 176 w 248"/>
                  <a:gd name="T99" fmla="*/ 68 h 216"/>
                  <a:gd name="T100" fmla="*/ 181 w 248"/>
                  <a:gd name="T101" fmla="*/ 68 h 216"/>
                  <a:gd name="T102" fmla="*/ 191 w 248"/>
                  <a:gd name="T103" fmla="*/ 76 h 216"/>
                  <a:gd name="T104" fmla="*/ 191 w 248"/>
                  <a:gd name="T105" fmla="*/ 82 h 216"/>
                  <a:gd name="T106" fmla="*/ 187 w 248"/>
                  <a:gd name="T107" fmla="*/ 93 h 216"/>
                  <a:gd name="T108" fmla="*/ 176 w 248"/>
                  <a:gd name="T109" fmla="*/ 9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48" h="216">
                    <a:moveTo>
                      <a:pt x="213" y="0"/>
                    </a:moveTo>
                    <a:lnTo>
                      <a:pt x="34" y="0"/>
                    </a:lnTo>
                    <a:lnTo>
                      <a:pt x="34" y="0"/>
                    </a:lnTo>
                    <a:lnTo>
                      <a:pt x="26" y="0"/>
                    </a:lnTo>
                    <a:lnTo>
                      <a:pt x="20" y="2"/>
                    </a:lnTo>
                    <a:lnTo>
                      <a:pt x="15" y="6"/>
                    </a:lnTo>
                    <a:lnTo>
                      <a:pt x="9" y="10"/>
                    </a:lnTo>
                    <a:lnTo>
                      <a:pt x="5" y="16"/>
                    </a:lnTo>
                    <a:lnTo>
                      <a:pt x="1" y="21"/>
                    </a:lnTo>
                    <a:lnTo>
                      <a:pt x="0" y="27"/>
                    </a:lnTo>
                    <a:lnTo>
                      <a:pt x="0" y="34"/>
                    </a:lnTo>
                    <a:lnTo>
                      <a:pt x="0" y="129"/>
                    </a:lnTo>
                    <a:lnTo>
                      <a:pt x="0" y="129"/>
                    </a:lnTo>
                    <a:lnTo>
                      <a:pt x="0" y="137"/>
                    </a:lnTo>
                    <a:lnTo>
                      <a:pt x="1" y="142"/>
                    </a:lnTo>
                    <a:lnTo>
                      <a:pt x="5" y="148"/>
                    </a:lnTo>
                    <a:lnTo>
                      <a:pt x="9" y="154"/>
                    </a:lnTo>
                    <a:lnTo>
                      <a:pt x="15" y="157"/>
                    </a:lnTo>
                    <a:lnTo>
                      <a:pt x="20" y="161"/>
                    </a:lnTo>
                    <a:lnTo>
                      <a:pt x="26" y="163"/>
                    </a:lnTo>
                    <a:lnTo>
                      <a:pt x="34" y="163"/>
                    </a:lnTo>
                    <a:lnTo>
                      <a:pt x="62" y="163"/>
                    </a:lnTo>
                    <a:lnTo>
                      <a:pt x="26" y="216"/>
                    </a:lnTo>
                    <a:lnTo>
                      <a:pt x="130" y="163"/>
                    </a:lnTo>
                    <a:lnTo>
                      <a:pt x="213" y="163"/>
                    </a:lnTo>
                    <a:lnTo>
                      <a:pt x="213" y="163"/>
                    </a:lnTo>
                    <a:lnTo>
                      <a:pt x="219" y="163"/>
                    </a:lnTo>
                    <a:lnTo>
                      <a:pt x="227" y="161"/>
                    </a:lnTo>
                    <a:lnTo>
                      <a:pt x="232" y="157"/>
                    </a:lnTo>
                    <a:lnTo>
                      <a:pt x="238" y="154"/>
                    </a:lnTo>
                    <a:lnTo>
                      <a:pt x="242" y="148"/>
                    </a:lnTo>
                    <a:lnTo>
                      <a:pt x="246" y="142"/>
                    </a:lnTo>
                    <a:lnTo>
                      <a:pt x="248" y="137"/>
                    </a:lnTo>
                    <a:lnTo>
                      <a:pt x="248" y="129"/>
                    </a:lnTo>
                    <a:lnTo>
                      <a:pt x="248" y="34"/>
                    </a:lnTo>
                    <a:lnTo>
                      <a:pt x="248" y="34"/>
                    </a:lnTo>
                    <a:lnTo>
                      <a:pt x="248" y="27"/>
                    </a:lnTo>
                    <a:lnTo>
                      <a:pt x="246" y="21"/>
                    </a:lnTo>
                    <a:lnTo>
                      <a:pt x="242" y="16"/>
                    </a:lnTo>
                    <a:lnTo>
                      <a:pt x="238" y="10"/>
                    </a:lnTo>
                    <a:lnTo>
                      <a:pt x="232" y="6"/>
                    </a:lnTo>
                    <a:lnTo>
                      <a:pt x="227" y="2"/>
                    </a:lnTo>
                    <a:lnTo>
                      <a:pt x="219" y="0"/>
                    </a:lnTo>
                    <a:lnTo>
                      <a:pt x="213" y="0"/>
                    </a:lnTo>
                    <a:lnTo>
                      <a:pt x="213" y="0"/>
                    </a:lnTo>
                    <a:close/>
                    <a:moveTo>
                      <a:pt x="70" y="97"/>
                    </a:moveTo>
                    <a:lnTo>
                      <a:pt x="70" y="97"/>
                    </a:lnTo>
                    <a:lnTo>
                      <a:pt x="64" y="97"/>
                    </a:lnTo>
                    <a:lnTo>
                      <a:pt x="60" y="93"/>
                    </a:lnTo>
                    <a:lnTo>
                      <a:pt x="56" y="87"/>
                    </a:lnTo>
                    <a:lnTo>
                      <a:pt x="56" y="82"/>
                    </a:lnTo>
                    <a:lnTo>
                      <a:pt x="56" y="82"/>
                    </a:lnTo>
                    <a:lnTo>
                      <a:pt x="56" y="76"/>
                    </a:lnTo>
                    <a:lnTo>
                      <a:pt x="60" y="72"/>
                    </a:lnTo>
                    <a:lnTo>
                      <a:pt x="64" y="68"/>
                    </a:lnTo>
                    <a:lnTo>
                      <a:pt x="70" y="68"/>
                    </a:lnTo>
                    <a:lnTo>
                      <a:pt x="70" y="68"/>
                    </a:lnTo>
                    <a:lnTo>
                      <a:pt x="75" y="68"/>
                    </a:lnTo>
                    <a:lnTo>
                      <a:pt x="81" y="72"/>
                    </a:lnTo>
                    <a:lnTo>
                      <a:pt x="85" y="76"/>
                    </a:lnTo>
                    <a:lnTo>
                      <a:pt x="85" y="82"/>
                    </a:lnTo>
                    <a:lnTo>
                      <a:pt x="85" y="82"/>
                    </a:lnTo>
                    <a:lnTo>
                      <a:pt x="85" y="87"/>
                    </a:lnTo>
                    <a:lnTo>
                      <a:pt x="81" y="93"/>
                    </a:lnTo>
                    <a:lnTo>
                      <a:pt x="75" y="97"/>
                    </a:lnTo>
                    <a:lnTo>
                      <a:pt x="70" y="97"/>
                    </a:lnTo>
                    <a:lnTo>
                      <a:pt x="70" y="97"/>
                    </a:lnTo>
                    <a:close/>
                    <a:moveTo>
                      <a:pt x="123" y="97"/>
                    </a:moveTo>
                    <a:lnTo>
                      <a:pt x="123" y="97"/>
                    </a:lnTo>
                    <a:lnTo>
                      <a:pt x="117" y="97"/>
                    </a:lnTo>
                    <a:lnTo>
                      <a:pt x="113" y="93"/>
                    </a:lnTo>
                    <a:lnTo>
                      <a:pt x="109" y="87"/>
                    </a:lnTo>
                    <a:lnTo>
                      <a:pt x="109" y="82"/>
                    </a:lnTo>
                    <a:lnTo>
                      <a:pt x="109" y="82"/>
                    </a:lnTo>
                    <a:lnTo>
                      <a:pt x="109" y="76"/>
                    </a:lnTo>
                    <a:lnTo>
                      <a:pt x="113" y="72"/>
                    </a:lnTo>
                    <a:lnTo>
                      <a:pt x="117" y="68"/>
                    </a:lnTo>
                    <a:lnTo>
                      <a:pt x="123" y="68"/>
                    </a:lnTo>
                    <a:lnTo>
                      <a:pt x="123" y="68"/>
                    </a:lnTo>
                    <a:lnTo>
                      <a:pt x="128" y="68"/>
                    </a:lnTo>
                    <a:lnTo>
                      <a:pt x="134" y="72"/>
                    </a:lnTo>
                    <a:lnTo>
                      <a:pt x="138" y="76"/>
                    </a:lnTo>
                    <a:lnTo>
                      <a:pt x="138" y="82"/>
                    </a:lnTo>
                    <a:lnTo>
                      <a:pt x="138" y="82"/>
                    </a:lnTo>
                    <a:lnTo>
                      <a:pt x="138" y="87"/>
                    </a:lnTo>
                    <a:lnTo>
                      <a:pt x="134" y="93"/>
                    </a:lnTo>
                    <a:lnTo>
                      <a:pt x="128" y="97"/>
                    </a:lnTo>
                    <a:lnTo>
                      <a:pt x="123" y="97"/>
                    </a:lnTo>
                    <a:lnTo>
                      <a:pt x="123" y="97"/>
                    </a:lnTo>
                    <a:close/>
                    <a:moveTo>
                      <a:pt x="176" y="97"/>
                    </a:moveTo>
                    <a:lnTo>
                      <a:pt x="176" y="97"/>
                    </a:lnTo>
                    <a:lnTo>
                      <a:pt x="170" y="97"/>
                    </a:lnTo>
                    <a:lnTo>
                      <a:pt x="166" y="93"/>
                    </a:lnTo>
                    <a:lnTo>
                      <a:pt x="162" y="87"/>
                    </a:lnTo>
                    <a:lnTo>
                      <a:pt x="162" y="82"/>
                    </a:lnTo>
                    <a:lnTo>
                      <a:pt x="162" y="82"/>
                    </a:lnTo>
                    <a:lnTo>
                      <a:pt x="162" y="76"/>
                    </a:lnTo>
                    <a:lnTo>
                      <a:pt x="166" y="72"/>
                    </a:lnTo>
                    <a:lnTo>
                      <a:pt x="170" y="68"/>
                    </a:lnTo>
                    <a:lnTo>
                      <a:pt x="176" y="68"/>
                    </a:lnTo>
                    <a:lnTo>
                      <a:pt x="176" y="68"/>
                    </a:lnTo>
                    <a:lnTo>
                      <a:pt x="181" y="68"/>
                    </a:lnTo>
                    <a:lnTo>
                      <a:pt x="187" y="72"/>
                    </a:lnTo>
                    <a:lnTo>
                      <a:pt x="191" y="76"/>
                    </a:lnTo>
                    <a:lnTo>
                      <a:pt x="191" y="82"/>
                    </a:lnTo>
                    <a:lnTo>
                      <a:pt x="191" y="82"/>
                    </a:lnTo>
                    <a:lnTo>
                      <a:pt x="191" y="87"/>
                    </a:lnTo>
                    <a:lnTo>
                      <a:pt x="187" y="93"/>
                    </a:lnTo>
                    <a:lnTo>
                      <a:pt x="181" y="97"/>
                    </a:lnTo>
                    <a:lnTo>
                      <a:pt x="176" y="97"/>
                    </a:lnTo>
                    <a:lnTo>
                      <a:pt x="176" y="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2" name="Freeform 228">
                <a:extLst>
                  <a:ext uri="{FF2B5EF4-FFF2-40B4-BE49-F238E27FC236}">
                    <a16:creationId xmlns:a16="http://schemas.microsoft.com/office/drawing/2014/main" id="{9233FC69-FF13-4EFC-A5AB-E0D66FD598C5}"/>
                  </a:ext>
                </a:extLst>
              </p:cNvPr>
              <p:cNvSpPr>
                <a:spLocks/>
              </p:cNvSpPr>
              <p:nvPr/>
            </p:nvSpPr>
            <p:spPr bwMode="auto">
              <a:xfrm>
                <a:off x="8396288" y="3641726"/>
                <a:ext cx="69850" cy="84138"/>
              </a:xfrm>
              <a:custGeom>
                <a:avLst/>
                <a:gdLst>
                  <a:gd name="T0" fmla="*/ 23 w 44"/>
                  <a:gd name="T1" fmla="*/ 53 h 53"/>
                  <a:gd name="T2" fmla="*/ 23 w 44"/>
                  <a:gd name="T3" fmla="*/ 53 h 53"/>
                  <a:gd name="T4" fmla="*/ 31 w 44"/>
                  <a:gd name="T5" fmla="*/ 51 h 53"/>
                  <a:gd name="T6" fmla="*/ 38 w 44"/>
                  <a:gd name="T7" fmla="*/ 45 h 53"/>
                  <a:gd name="T8" fmla="*/ 42 w 44"/>
                  <a:gd name="T9" fmla="*/ 38 h 53"/>
                  <a:gd name="T10" fmla="*/ 44 w 44"/>
                  <a:gd name="T11" fmla="*/ 26 h 53"/>
                  <a:gd name="T12" fmla="*/ 44 w 44"/>
                  <a:gd name="T13" fmla="*/ 26 h 53"/>
                  <a:gd name="T14" fmla="*/ 42 w 44"/>
                  <a:gd name="T15" fmla="*/ 17 h 53"/>
                  <a:gd name="T16" fmla="*/ 38 w 44"/>
                  <a:gd name="T17" fmla="*/ 8 h 53"/>
                  <a:gd name="T18" fmla="*/ 31 w 44"/>
                  <a:gd name="T19" fmla="*/ 2 h 53"/>
                  <a:gd name="T20" fmla="*/ 23 w 44"/>
                  <a:gd name="T21" fmla="*/ 0 h 53"/>
                  <a:gd name="T22" fmla="*/ 23 w 44"/>
                  <a:gd name="T23" fmla="*/ 0 h 53"/>
                  <a:gd name="T24" fmla="*/ 14 w 44"/>
                  <a:gd name="T25" fmla="*/ 2 h 53"/>
                  <a:gd name="T26" fmla="*/ 8 w 44"/>
                  <a:gd name="T27" fmla="*/ 8 h 53"/>
                  <a:gd name="T28" fmla="*/ 2 w 44"/>
                  <a:gd name="T29" fmla="*/ 17 h 53"/>
                  <a:gd name="T30" fmla="*/ 0 w 44"/>
                  <a:gd name="T31" fmla="*/ 26 h 53"/>
                  <a:gd name="T32" fmla="*/ 0 w 44"/>
                  <a:gd name="T33" fmla="*/ 26 h 53"/>
                  <a:gd name="T34" fmla="*/ 2 w 44"/>
                  <a:gd name="T35" fmla="*/ 38 h 53"/>
                  <a:gd name="T36" fmla="*/ 8 w 44"/>
                  <a:gd name="T37" fmla="*/ 45 h 53"/>
                  <a:gd name="T38" fmla="*/ 14 w 44"/>
                  <a:gd name="T39" fmla="*/ 51 h 53"/>
                  <a:gd name="T40" fmla="*/ 23 w 44"/>
                  <a:gd name="T41" fmla="*/ 53 h 53"/>
                  <a:gd name="T42" fmla="*/ 23 w 44"/>
                  <a:gd name="T4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53">
                    <a:moveTo>
                      <a:pt x="23" y="53"/>
                    </a:moveTo>
                    <a:lnTo>
                      <a:pt x="23" y="53"/>
                    </a:lnTo>
                    <a:lnTo>
                      <a:pt x="31" y="51"/>
                    </a:lnTo>
                    <a:lnTo>
                      <a:pt x="38" y="45"/>
                    </a:lnTo>
                    <a:lnTo>
                      <a:pt x="42" y="38"/>
                    </a:lnTo>
                    <a:lnTo>
                      <a:pt x="44" y="26"/>
                    </a:lnTo>
                    <a:lnTo>
                      <a:pt x="44" y="26"/>
                    </a:lnTo>
                    <a:lnTo>
                      <a:pt x="42" y="17"/>
                    </a:lnTo>
                    <a:lnTo>
                      <a:pt x="38" y="8"/>
                    </a:lnTo>
                    <a:lnTo>
                      <a:pt x="31" y="2"/>
                    </a:lnTo>
                    <a:lnTo>
                      <a:pt x="23" y="0"/>
                    </a:lnTo>
                    <a:lnTo>
                      <a:pt x="23" y="0"/>
                    </a:lnTo>
                    <a:lnTo>
                      <a:pt x="14" y="2"/>
                    </a:lnTo>
                    <a:lnTo>
                      <a:pt x="8" y="8"/>
                    </a:lnTo>
                    <a:lnTo>
                      <a:pt x="2" y="17"/>
                    </a:lnTo>
                    <a:lnTo>
                      <a:pt x="0" y="26"/>
                    </a:lnTo>
                    <a:lnTo>
                      <a:pt x="0" y="26"/>
                    </a:lnTo>
                    <a:lnTo>
                      <a:pt x="2" y="38"/>
                    </a:lnTo>
                    <a:lnTo>
                      <a:pt x="8" y="45"/>
                    </a:lnTo>
                    <a:lnTo>
                      <a:pt x="14" y="51"/>
                    </a:lnTo>
                    <a:lnTo>
                      <a:pt x="23" y="53"/>
                    </a:lnTo>
                    <a:lnTo>
                      <a:pt x="23" y="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23" name="Freeform 229">
                <a:extLst>
                  <a:ext uri="{FF2B5EF4-FFF2-40B4-BE49-F238E27FC236}">
                    <a16:creationId xmlns:a16="http://schemas.microsoft.com/office/drawing/2014/main" id="{832F2C1A-4F61-4CF1-9DBF-0DDEB64F8CD1}"/>
                  </a:ext>
                </a:extLst>
              </p:cNvPr>
              <p:cNvSpPr>
                <a:spLocks/>
              </p:cNvSpPr>
              <p:nvPr/>
            </p:nvSpPr>
            <p:spPr bwMode="auto">
              <a:xfrm>
                <a:off x="8361363" y="3735388"/>
                <a:ext cx="141288" cy="68263"/>
              </a:xfrm>
              <a:custGeom>
                <a:avLst/>
                <a:gdLst>
                  <a:gd name="T0" fmla="*/ 45 w 89"/>
                  <a:gd name="T1" fmla="*/ 43 h 43"/>
                  <a:gd name="T2" fmla="*/ 45 w 89"/>
                  <a:gd name="T3" fmla="*/ 43 h 43"/>
                  <a:gd name="T4" fmla="*/ 56 w 89"/>
                  <a:gd name="T5" fmla="*/ 43 h 43"/>
                  <a:gd name="T6" fmla="*/ 68 w 89"/>
                  <a:gd name="T7" fmla="*/ 41 h 43"/>
                  <a:gd name="T8" fmla="*/ 79 w 89"/>
                  <a:gd name="T9" fmla="*/ 37 h 43"/>
                  <a:gd name="T10" fmla="*/ 89 w 89"/>
                  <a:gd name="T11" fmla="*/ 32 h 43"/>
                  <a:gd name="T12" fmla="*/ 89 w 89"/>
                  <a:gd name="T13" fmla="*/ 13 h 43"/>
                  <a:gd name="T14" fmla="*/ 89 w 89"/>
                  <a:gd name="T15" fmla="*/ 13 h 43"/>
                  <a:gd name="T16" fmla="*/ 87 w 89"/>
                  <a:gd name="T17" fmla="*/ 9 h 43"/>
                  <a:gd name="T18" fmla="*/ 83 w 89"/>
                  <a:gd name="T19" fmla="*/ 5 h 43"/>
                  <a:gd name="T20" fmla="*/ 79 w 89"/>
                  <a:gd name="T21" fmla="*/ 1 h 43"/>
                  <a:gd name="T22" fmla="*/ 75 w 89"/>
                  <a:gd name="T23" fmla="*/ 1 h 43"/>
                  <a:gd name="T24" fmla="*/ 75 w 89"/>
                  <a:gd name="T25" fmla="*/ 1 h 43"/>
                  <a:gd name="T26" fmla="*/ 74 w 89"/>
                  <a:gd name="T27" fmla="*/ 1 h 43"/>
                  <a:gd name="T28" fmla="*/ 74 w 89"/>
                  <a:gd name="T29" fmla="*/ 1 h 43"/>
                  <a:gd name="T30" fmla="*/ 74 w 89"/>
                  <a:gd name="T31" fmla="*/ 1 h 43"/>
                  <a:gd name="T32" fmla="*/ 74 w 89"/>
                  <a:gd name="T33" fmla="*/ 1 h 43"/>
                  <a:gd name="T34" fmla="*/ 43 w 89"/>
                  <a:gd name="T35" fmla="*/ 0 h 43"/>
                  <a:gd name="T36" fmla="*/ 15 w 89"/>
                  <a:gd name="T37" fmla="*/ 1 h 43"/>
                  <a:gd name="T38" fmla="*/ 15 w 89"/>
                  <a:gd name="T39" fmla="*/ 1 h 43"/>
                  <a:gd name="T40" fmla="*/ 15 w 89"/>
                  <a:gd name="T41" fmla="*/ 1 h 43"/>
                  <a:gd name="T42" fmla="*/ 13 w 89"/>
                  <a:gd name="T43" fmla="*/ 1 h 43"/>
                  <a:gd name="T44" fmla="*/ 13 w 89"/>
                  <a:gd name="T45" fmla="*/ 1 h 43"/>
                  <a:gd name="T46" fmla="*/ 9 w 89"/>
                  <a:gd name="T47" fmla="*/ 1 h 43"/>
                  <a:gd name="T48" fmla="*/ 5 w 89"/>
                  <a:gd name="T49" fmla="*/ 5 h 43"/>
                  <a:gd name="T50" fmla="*/ 2 w 89"/>
                  <a:gd name="T51" fmla="*/ 9 h 43"/>
                  <a:gd name="T52" fmla="*/ 2 w 89"/>
                  <a:gd name="T53" fmla="*/ 13 h 43"/>
                  <a:gd name="T54" fmla="*/ 0 w 89"/>
                  <a:gd name="T55" fmla="*/ 32 h 43"/>
                  <a:gd name="T56" fmla="*/ 0 w 89"/>
                  <a:gd name="T57" fmla="*/ 32 h 43"/>
                  <a:gd name="T58" fmla="*/ 9 w 89"/>
                  <a:gd name="T59" fmla="*/ 37 h 43"/>
                  <a:gd name="T60" fmla="*/ 21 w 89"/>
                  <a:gd name="T61" fmla="*/ 41 h 43"/>
                  <a:gd name="T62" fmla="*/ 32 w 89"/>
                  <a:gd name="T63" fmla="*/ 43 h 43"/>
                  <a:gd name="T64" fmla="*/ 45 w 89"/>
                  <a:gd name="T65" fmla="*/ 43 h 43"/>
                  <a:gd name="T66" fmla="*/ 45 w 89"/>
                  <a:gd name="T67"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9" h="43">
                    <a:moveTo>
                      <a:pt x="45" y="43"/>
                    </a:moveTo>
                    <a:lnTo>
                      <a:pt x="45" y="43"/>
                    </a:lnTo>
                    <a:lnTo>
                      <a:pt x="56" y="43"/>
                    </a:lnTo>
                    <a:lnTo>
                      <a:pt x="68" y="41"/>
                    </a:lnTo>
                    <a:lnTo>
                      <a:pt x="79" y="37"/>
                    </a:lnTo>
                    <a:lnTo>
                      <a:pt x="89" y="32"/>
                    </a:lnTo>
                    <a:lnTo>
                      <a:pt x="89" y="13"/>
                    </a:lnTo>
                    <a:lnTo>
                      <a:pt x="89" y="13"/>
                    </a:lnTo>
                    <a:lnTo>
                      <a:pt x="87" y="9"/>
                    </a:lnTo>
                    <a:lnTo>
                      <a:pt x="83" y="5"/>
                    </a:lnTo>
                    <a:lnTo>
                      <a:pt x="79" y="1"/>
                    </a:lnTo>
                    <a:lnTo>
                      <a:pt x="75" y="1"/>
                    </a:lnTo>
                    <a:lnTo>
                      <a:pt x="75" y="1"/>
                    </a:lnTo>
                    <a:lnTo>
                      <a:pt x="74" y="1"/>
                    </a:lnTo>
                    <a:lnTo>
                      <a:pt x="74" y="1"/>
                    </a:lnTo>
                    <a:lnTo>
                      <a:pt x="74" y="1"/>
                    </a:lnTo>
                    <a:lnTo>
                      <a:pt x="74" y="1"/>
                    </a:lnTo>
                    <a:lnTo>
                      <a:pt x="43" y="0"/>
                    </a:lnTo>
                    <a:lnTo>
                      <a:pt x="15" y="1"/>
                    </a:lnTo>
                    <a:lnTo>
                      <a:pt x="15" y="1"/>
                    </a:lnTo>
                    <a:lnTo>
                      <a:pt x="15" y="1"/>
                    </a:lnTo>
                    <a:lnTo>
                      <a:pt x="13" y="1"/>
                    </a:lnTo>
                    <a:lnTo>
                      <a:pt x="13" y="1"/>
                    </a:lnTo>
                    <a:lnTo>
                      <a:pt x="9" y="1"/>
                    </a:lnTo>
                    <a:lnTo>
                      <a:pt x="5" y="5"/>
                    </a:lnTo>
                    <a:lnTo>
                      <a:pt x="2" y="9"/>
                    </a:lnTo>
                    <a:lnTo>
                      <a:pt x="2" y="13"/>
                    </a:lnTo>
                    <a:lnTo>
                      <a:pt x="0" y="32"/>
                    </a:lnTo>
                    <a:lnTo>
                      <a:pt x="0" y="32"/>
                    </a:lnTo>
                    <a:lnTo>
                      <a:pt x="9" y="37"/>
                    </a:lnTo>
                    <a:lnTo>
                      <a:pt x="21" y="41"/>
                    </a:lnTo>
                    <a:lnTo>
                      <a:pt x="32" y="43"/>
                    </a:lnTo>
                    <a:lnTo>
                      <a:pt x="45" y="43"/>
                    </a:lnTo>
                    <a:lnTo>
                      <a:pt x="45"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grpSp>
      </p:grpSp>
      <p:sp>
        <p:nvSpPr>
          <p:cNvPr id="2" name="Title 1"/>
          <p:cNvSpPr>
            <a:spLocks noGrp="1"/>
          </p:cNvSpPr>
          <p:nvPr>
            <p:ph type="title"/>
          </p:nvPr>
        </p:nvSpPr>
        <p:spPr/>
        <p:txBody>
          <a:bodyPr/>
          <a:lstStyle/>
          <a:p>
            <a:r>
              <a:rPr lang="en-US" dirty="0" err="1"/>
              <a:t>gitlab</a:t>
            </a:r>
            <a:endParaRPr lang="en-US" dirty="0"/>
          </a:p>
        </p:txBody>
      </p:sp>
      <p:sp>
        <p:nvSpPr>
          <p:cNvPr id="3" name="Text Placeholder 2"/>
          <p:cNvSpPr>
            <a:spLocks noGrp="1"/>
          </p:cNvSpPr>
          <p:nvPr>
            <p:ph type="body" sz="quarter" idx="10"/>
          </p:nvPr>
        </p:nvSpPr>
        <p:spPr>
          <a:xfrm>
            <a:off x="381000" y="1014984"/>
            <a:ext cx="11430000" cy="395908"/>
          </a:xfrm>
        </p:spPr>
        <p:txBody>
          <a:bodyPr/>
          <a:lstStyle/>
          <a:p>
            <a:r>
              <a:rPr lang="en-US" dirty="0"/>
              <a:t>Features</a:t>
            </a:r>
          </a:p>
        </p:txBody>
      </p:sp>
      <p:sp>
        <p:nvSpPr>
          <p:cNvPr id="4" name="Footer Placeholder 3"/>
          <p:cNvSpPr>
            <a:spLocks noGrp="1"/>
          </p:cNvSpPr>
          <p:nvPr>
            <p:ph type="ftr" sz="quarter" idx="3"/>
          </p:nvPr>
        </p:nvSpPr>
        <p:spPr>
          <a:xfrm>
            <a:off x="381002" y="6576387"/>
            <a:ext cx="5714999" cy="206375"/>
          </a:xfrm>
        </p:spPr>
        <p:txBody>
          <a:bodyPr/>
          <a:lstStyle/>
          <a:p>
            <a:r>
              <a:rPr lang="en-US"/>
              <a:t>Copyright © 2017 Accenture  All rights reserved.</a:t>
            </a:r>
            <a:endParaRPr lang="en-US" dirty="0"/>
          </a:p>
        </p:txBody>
      </p:sp>
      <p:sp>
        <p:nvSpPr>
          <p:cNvPr id="5" name="Slide Number Placeholder 4"/>
          <p:cNvSpPr>
            <a:spLocks noGrp="1"/>
          </p:cNvSpPr>
          <p:nvPr>
            <p:ph type="sldNum" sz="quarter" idx="4"/>
          </p:nvPr>
        </p:nvSpPr>
        <p:spPr/>
        <p:txBody>
          <a:bodyPr/>
          <a:lstStyle/>
          <a:p>
            <a:fld id="{4F9AC08D-23A9-440E-BCB9-AA1E9877CC38}" type="slidenum">
              <a:rPr lang="en-US" smtClean="0"/>
              <a:pPr/>
              <a:t>12</a:t>
            </a:fld>
            <a:endParaRPr lang="en-US" dirty="0"/>
          </a:p>
        </p:txBody>
      </p:sp>
      <p:sp>
        <p:nvSpPr>
          <p:cNvPr id="46" name="TextBox 45">
            <a:extLst>
              <a:ext uri="{FF2B5EF4-FFF2-40B4-BE49-F238E27FC236}">
                <a16:creationId xmlns:a16="http://schemas.microsoft.com/office/drawing/2014/main" id="{6320123F-4C45-44FC-BF8C-716005E7DD6A}"/>
              </a:ext>
            </a:extLst>
          </p:cNvPr>
          <p:cNvSpPr txBox="1"/>
          <p:nvPr/>
        </p:nvSpPr>
        <p:spPr>
          <a:xfrm>
            <a:off x="2328672" y="4636008"/>
            <a:ext cx="2342478" cy="369332"/>
          </a:xfrm>
          <a:prstGeom prst="rect">
            <a:avLst/>
          </a:prstGeom>
          <a:noFill/>
        </p:spPr>
        <p:txBody>
          <a:bodyPr wrap="square" rtlCol="0">
            <a:spAutoFit/>
          </a:bodyPr>
          <a:lstStyle/>
          <a:p>
            <a:pPr algn="ctr"/>
            <a:r>
              <a:rPr lang="en-US" b="1" dirty="0">
                <a:solidFill>
                  <a:schemeClr val="bg1"/>
                </a:solidFill>
              </a:rPr>
              <a:t>ACTIVITY STREAM</a:t>
            </a:r>
          </a:p>
        </p:txBody>
      </p:sp>
      <p:sp>
        <p:nvSpPr>
          <p:cNvPr id="25" name="TextBox 24">
            <a:extLst>
              <a:ext uri="{FF2B5EF4-FFF2-40B4-BE49-F238E27FC236}">
                <a16:creationId xmlns:a16="http://schemas.microsoft.com/office/drawing/2014/main" id="{6C34E26E-87C5-4992-9033-F64EFFFB51A5}"/>
              </a:ext>
            </a:extLst>
          </p:cNvPr>
          <p:cNvSpPr txBox="1"/>
          <p:nvPr/>
        </p:nvSpPr>
        <p:spPr>
          <a:xfrm>
            <a:off x="5709667" y="2857458"/>
            <a:ext cx="5961888" cy="1015663"/>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solidFill>
                  <a:schemeClr val="bg1"/>
                </a:solidFill>
              </a:rPr>
              <a:t>View a list of the latest commits, merges, comments, and team members on your project.</a:t>
            </a:r>
          </a:p>
        </p:txBody>
      </p:sp>
    </p:spTree>
    <p:extLst>
      <p:ext uri="{BB962C8B-B14F-4D97-AF65-F5344CB8AC3E}">
        <p14:creationId xmlns:p14="http://schemas.microsoft.com/office/powerpoint/2010/main" val="1955427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gitlab</a:t>
            </a:r>
            <a:endParaRPr lang="en-US" dirty="0"/>
          </a:p>
        </p:txBody>
      </p:sp>
      <p:sp>
        <p:nvSpPr>
          <p:cNvPr id="3" name="Text Placeholder 2"/>
          <p:cNvSpPr>
            <a:spLocks noGrp="1"/>
          </p:cNvSpPr>
          <p:nvPr>
            <p:ph type="body" sz="quarter" idx="10"/>
          </p:nvPr>
        </p:nvSpPr>
        <p:spPr/>
        <p:txBody>
          <a:bodyPr/>
          <a:lstStyle/>
          <a:p>
            <a:r>
              <a:rPr lang="en-US" dirty="0"/>
              <a:t>Project Dashboard</a:t>
            </a:r>
          </a:p>
        </p:txBody>
      </p:sp>
      <p:sp>
        <p:nvSpPr>
          <p:cNvPr id="4" name="Footer Placeholder 3"/>
          <p:cNvSpPr>
            <a:spLocks noGrp="1"/>
          </p:cNvSpPr>
          <p:nvPr>
            <p:ph type="ftr" sz="quarter" idx="3"/>
          </p:nvPr>
        </p:nvSpPr>
        <p:spPr/>
        <p:txBody>
          <a:bodyPr/>
          <a:lstStyle/>
          <a:p>
            <a:r>
              <a:rPr lang="en-US"/>
              <a:t>Copyright © 2017 Accenture  All rights reserved.</a:t>
            </a:r>
            <a:endParaRPr lang="en-US" dirty="0"/>
          </a:p>
        </p:txBody>
      </p:sp>
      <p:sp>
        <p:nvSpPr>
          <p:cNvPr id="5" name="Slide Number Placeholder 4"/>
          <p:cNvSpPr>
            <a:spLocks noGrp="1"/>
          </p:cNvSpPr>
          <p:nvPr>
            <p:ph type="sldNum" sz="quarter" idx="4"/>
          </p:nvPr>
        </p:nvSpPr>
        <p:spPr/>
        <p:txBody>
          <a:bodyPr/>
          <a:lstStyle/>
          <a:p>
            <a:fld id="{4F9AC08D-23A9-440E-BCB9-AA1E9877CC38}" type="slidenum">
              <a:rPr lang="en-US" smtClean="0"/>
              <a:pPr/>
              <a:t>13</a:t>
            </a:fld>
            <a:endParaRPr lang="en-US" dirty="0"/>
          </a:p>
        </p:txBody>
      </p:sp>
      <p:pic>
        <p:nvPicPr>
          <p:cNvPr id="7" name="Content Placeholder 3">
            <a:extLst>
              <a:ext uri="{FF2B5EF4-FFF2-40B4-BE49-F238E27FC236}">
                <a16:creationId xmlns:a16="http://schemas.microsoft.com/office/drawing/2014/main" id="{0E9D145A-A3BC-4D28-A54A-D096363A7315}"/>
              </a:ext>
            </a:extLst>
          </p:cNvPr>
          <p:cNvPicPr>
            <a:picLocks noChangeAspect="1"/>
          </p:cNvPicPr>
          <p:nvPr/>
        </p:nvPicPr>
        <p:blipFill>
          <a:blip r:embed="rId2"/>
          <a:stretch>
            <a:fillRect/>
          </a:stretch>
        </p:blipFill>
        <p:spPr>
          <a:xfrm>
            <a:off x="1417459" y="1783080"/>
            <a:ext cx="9357082" cy="4070399"/>
          </a:xfrm>
          <a:prstGeom prst="rect">
            <a:avLst/>
          </a:prstGeom>
        </p:spPr>
      </p:pic>
    </p:spTree>
    <p:extLst>
      <p:ext uri="{BB962C8B-B14F-4D97-AF65-F5344CB8AC3E}">
        <p14:creationId xmlns:p14="http://schemas.microsoft.com/office/powerpoint/2010/main" val="398454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5">
            <a:extLst>
              <a:ext uri="{FF2B5EF4-FFF2-40B4-BE49-F238E27FC236}">
                <a16:creationId xmlns:a16="http://schemas.microsoft.com/office/drawing/2014/main" id="{66EEB5B7-8AC7-4386-B9A4-8D3257958054}"/>
              </a:ext>
            </a:extLst>
          </p:cNvPr>
          <p:cNvPicPr>
            <a:picLocks noChangeAspect="1"/>
          </p:cNvPicPr>
          <p:nvPr/>
        </p:nvPicPr>
        <p:blipFill>
          <a:blip r:embed="rId2"/>
          <a:stretch>
            <a:fillRect/>
          </a:stretch>
        </p:blipFill>
        <p:spPr>
          <a:xfrm>
            <a:off x="1417459" y="1782411"/>
            <a:ext cx="9357082" cy="4252466"/>
          </a:xfrm>
          <a:prstGeom prst="rect">
            <a:avLst/>
          </a:prstGeom>
        </p:spPr>
      </p:pic>
      <p:sp>
        <p:nvSpPr>
          <p:cNvPr id="2" name="Title 1"/>
          <p:cNvSpPr>
            <a:spLocks noGrp="1"/>
          </p:cNvSpPr>
          <p:nvPr>
            <p:ph type="title"/>
          </p:nvPr>
        </p:nvSpPr>
        <p:spPr/>
        <p:txBody>
          <a:bodyPr/>
          <a:lstStyle/>
          <a:p>
            <a:r>
              <a:rPr lang="en-US" dirty="0" err="1"/>
              <a:t>gitlab</a:t>
            </a:r>
            <a:endParaRPr lang="en-US" dirty="0"/>
          </a:p>
        </p:txBody>
      </p:sp>
      <p:sp>
        <p:nvSpPr>
          <p:cNvPr id="3" name="Text Placeholder 2"/>
          <p:cNvSpPr>
            <a:spLocks noGrp="1"/>
          </p:cNvSpPr>
          <p:nvPr>
            <p:ph type="body" sz="quarter" idx="10"/>
          </p:nvPr>
        </p:nvSpPr>
        <p:spPr/>
        <p:txBody>
          <a:bodyPr/>
          <a:lstStyle/>
          <a:p>
            <a:r>
              <a:rPr lang="en-US" dirty="0"/>
              <a:t>Repository Files</a:t>
            </a:r>
          </a:p>
        </p:txBody>
      </p:sp>
      <p:sp>
        <p:nvSpPr>
          <p:cNvPr id="4" name="Footer Placeholder 3"/>
          <p:cNvSpPr>
            <a:spLocks noGrp="1"/>
          </p:cNvSpPr>
          <p:nvPr>
            <p:ph type="ftr" sz="quarter" idx="3"/>
          </p:nvPr>
        </p:nvSpPr>
        <p:spPr/>
        <p:txBody>
          <a:bodyPr/>
          <a:lstStyle/>
          <a:p>
            <a:r>
              <a:rPr lang="en-US"/>
              <a:t>Copyright © 2017 Accenture  All rights reserved.</a:t>
            </a:r>
            <a:endParaRPr lang="en-US" dirty="0"/>
          </a:p>
        </p:txBody>
      </p:sp>
      <p:sp>
        <p:nvSpPr>
          <p:cNvPr id="5" name="Slide Number Placeholder 4"/>
          <p:cNvSpPr>
            <a:spLocks noGrp="1"/>
          </p:cNvSpPr>
          <p:nvPr>
            <p:ph type="sldNum" sz="quarter" idx="4"/>
          </p:nvPr>
        </p:nvSpPr>
        <p:spPr/>
        <p:txBody>
          <a:bodyPr/>
          <a:lstStyle/>
          <a:p>
            <a:fld id="{4F9AC08D-23A9-440E-BCB9-AA1E9877CC38}" type="slidenum">
              <a:rPr lang="en-US" smtClean="0"/>
              <a:pPr/>
              <a:t>14</a:t>
            </a:fld>
            <a:endParaRPr lang="en-US" dirty="0"/>
          </a:p>
        </p:txBody>
      </p:sp>
    </p:spTree>
    <p:extLst>
      <p:ext uri="{BB962C8B-B14F-4D97-AF65-F5344CB8AC3E}">
        <p14:creationId xmlns:p14="http://schemas.microsoft.com/office/powerpoint/2010/main" val="241016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gitlab</a:t>
            </a:r>
            <a:endParaRPr lang="en-US" dirty="0"/>
          </a:p>
        </p:txBody>
      </p:sp>
      <p:sp>
        <p:nvSpPr>
          <p:cNvPr id="3" name="Text Placeholder 2"/>
          <p:cNvSpPr>
            <a:spLocks noGrp="1"/>
          </p:cNvSpPr>
          <p:nvPr>
            <p:ph type="body" sz="quarter" idx="10"/>
          </p:nvPr>
        </p:nvSpPr>
        <p:spPr/>
        <p:txBody>
          <a:bodyPr/>
          <a:lstStyle/>
          <a:p>
            <a:r>
              <a:rPr lang="en-US" dirty="0"/>
              <a:t>References</a:t>
            </a:r>
          </a:p>
        </p:txBody>
      </p:sp>
      <p:sp>
        <p:nvSpPr>
          <p:cNvPr id="4" name="Footer Placeholder 3"/>
          <p:cNvSpPr>
            <a:spLocks noGrp="1"/>
          </p:cNvSpPr>
          <p:nvPr>
            <p:ph type="ftr" sz="quarter" idx="3"/>
          </p:nvPr>
        </p:nvSpPr>
        <p:spPr/>
        <p:txBody>
          <a:bodyPr/>
          <a:lstStyle/>
          <a:p>
            <a:r>
              <a:rPr lang="en-US"/>
              <a:t>Copyright © 2017 Accenture  All rights reserved.</a:t>
            </a:r>
            <a:endParaRPr lang="en-US" dirty="0"/>
          </a:p>
        </p:txBody>
      </p:sp>
      <p:sp>
        <p:nvSpPr>
          <p:cNvPr id="5" name="Slide Number Placeholder 4"/>
          <p:cNvSpPr>
            <a:spLocks noGrp="1"/>
          </p:cNvSpPr>
          <p:nvPr>
            <p:ph type="sldNum" sz="quarter" idx="4"/>
          </p:nvPr>
        </p:nvSpPr>
        <p:spPr/>
        <p:txBody>
          <a:bodyPr/>
          <a:lstStyle/>
          <a:p>
            <a:fld id="{4F9AC08D-23A9-440E-BCB9-AA1E9877CC38}" type="slidenum">
              <a:rPr lang="en-US" smtClean="0"/>
              <a:pPr/>
              <a:t>15</a:t>
            </a:fld>
            <a:endParaRPr lang="en-US" dirty="0"/>
          </a:p>
        </p:txBody>
      </p:sp>
      <p:sp>
        <p:nvSpPr>
          <p:cNvPr id="7" name="Content Placeholder 2">
            <a:extLst>
              <a:ext uri="{FF2B5EF4-FFF2-40B4-BE49-F238E27FC236}">
                <a16:creationId xmlns:a16="http://schemas.microsoft.com/office/drawing/2014/main" id="{9C6A58B8-466D-403F-B130-88672283697E}"/>
              </a:ext>
            </a:extLst>
          </p:cNvPr>
          <p:cNvSpPr txBox="1">
            <a:spLocks/>
          </p:cNvSpPr>
          <p:nvPr/>
        </p:nvSpPr>
        <p:spPr>
          <a:xfrm>
            <a:off x="628650" y="1825625"/>
            <a:ext cx="7886700" cy="4351338"/>
          </a:xfrm>
          <a:prstGeom prst="rect">
            <a:avLst/>
          </a:prstGeom>
        </p:spPr>
        <p:txBody>
          <a:bodyPr/>
          <a:lstStyle>
            <a:lvl1pPr marL="55561" indent="0" algn="l" defTabSz="914377" rtl="0" eaLnBrk="1" latinLnBrk="0" hangingPunct="1">
              <a:lnSpc>
                <a:spcPct val="85000"/>
              </a:lnSpc>
              <a:spcBef>
                <a:spcPts val="0"/>
              </a:spcBef>
              <a:spcAft>
                <a:spcPts val="1200"/>
              </a:spcAft>
              <a:buFont typeface="Arial" panose="020B0604020202020204" pitchFamily="34" charset="0"/>
              <a:buNone/>
              <a:defRPr lang="en-US" sz="2000" b="1" kern="1200" cap="none" baseline="0" dirty="0">
                <a:solidFill>
                  <a:schemeClr val="bg1">
                    <a:lumMod val="65000"/>
                    <a:lumOff val="35000"/>
                  </a:schemeClr>
                </a:solidFill>
                <a:latin typeface="+mn-lt"/>
                <a:ea typeface="+mn-ea"/>
                <a:cs typeface="+mn-cs"/>
              </a:defRPr>
            </a:lvl1pPr>
            <a:lvl2pPr marL="285744" indent="-230182" algn="l" defTabSz="914377" rtl="0" eaLnBrk="1" latinLnBrk="0" hangingPunct="1">
              <a:lnSpc>
                <a:spcPct val="100000"/>
              </a:lnSpc>
              <a:spcBef>
                <a:spcPts val="0"/>
              </a:spcBef>
              <a:spcAft>
                <a:spcPts val="1200"/>
              </a:spcAft>
              <a:buFont typeface="Arial" panose="020B0604020202020204" pitchFamily="34" charset="0"/>
              <a:buChar char="•"/>
              <a:defRPr sz="1800" kern="1200">
                <a:solidFill>
                  <a:schemeClr val="bg1"/>
                </a:solidFill>
                <a:latin typeface="+mn-lt"/>
                <a:ea typeface="+mn-ea"/>
                <a:cs typeface="+mn-cs"/>
              </a:defRPr>
            </a:lvl2pPr>
            <a:lvl3pPr marL="514338" indent="-230182" algn="l" defTabSz="914377" rtl="0" eaLnBrk="1" latinLnBrk="0" hangingPunct="1">
              <a:lnSpc>
                <a:spcPct val="110000"/>
              </a:lnSpc>
              <a:spcBef>
                <a:spcPts val="0"/>
              </a:spcBef>
              <a:spcAft>
                <a:spcPts val="600"/>
              </a:spcAft>
              <a:buFont typeface="Graphik" panose="020B0503030202060203" pitchFamily="34" charset="0"/>
              <a:buChar char="–"/>
              <a:defRPr sz="1400" kern="1200">
                <a:solidFill>
                  <a:schemeClr val="bg1"/>
                </a:solidFill>
                <a:latin typeface="+mn-lt"/>
                <a:ea typeface="+mn-ea"/>
                <a:cs typeface="+mn-cs"/>
              </a:defRPr>
            </a:lvl3pPr>
            <a:lvl4pPr marL="685783" indent="-171446" algn="l" defTabSz="914377" rtl="0" eaLnBrk="1" latinLnBrk="0" hangingPunct="1">
              <a:lnSpc>
                <a:spcPct val="11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57229"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1028674" indent="-17303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6pPr>
            <a:lvl7pPr marL="55561"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55561"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55561"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398461" indent="-342900">
              <a:buFont typeface="Arial" panose="020B0604020202020204" pitchFamily="34" charset="0"/>
              <a:buChar char="•"/>
            </a:pPr>
            <a:r>
              <a:rPr lang="en-US" b="0" dirty="0">
                <a:solidFill>
                  <a:schemeClr val="bg1"/>
                </a:solidFill>
                <a:hlinkClick r:id="rId2"/>
              </a:rPr>
              <a:t>https://www.upwork.com/hiring/development/gitlab-vs-github-how-are-they-different/</a:t>
            </a:r>
            <a:endParaRPr lang="en-US" b="0" dirty="0">
              <a:solidFill>
                <a:schemeClr val="bg1"/>
              </a:solidFill>
            </a:endParaRPr>
          </a:p>
          <a:p>
            <a:pPr marL="398461" indent="-342900">
              <a:buFont typeface="Arial" panose="020B0604020202020204" pitchFamily="34" charset="0"/>
              <a:buChar char="•"/>
            </a:pPr>
            <a:endParaRPr lang="en-US" b="0" dirty="0">
              <a:solidFill>
                <a:schemeClr val="bg1"/>
              </a:solidFill>
            </a:endParaRPr>
          </a:p>
          <a:p>
            <a:pPr marL="398461" indent="-342900">
              <a:buFont typeface="Arial" panose="020B0604020202020204" pitchFamily="34" charset="0"/>
              <a:buChar char="•"/>
            </a:pPr>
            <a:r>
              <a:rPr lang="en-US" b="0" dirty="0">
                <a:solidFill>
                  <a:schemeClr val="bg1"/>
                </a:solidFill>
                <a:hlinkClick r:id="rId3"/>
              </a:rPr>
              <a:t>https://about.gitlab.com/</a:t>
            </a:r>
            <a:endParaRPr lang="en-US" b="0" dirty="0">
              <a:solidFill>
                <a:schemeClr val="bg1"/>
              </a:solidFill>
            </a:endParaRPr>
          </a:p>
          <a:p>
            <a:pPr marL="398461" indent="-342900">
              <a:buFont typeface="Arial" panose="020B0604020202020204" pitchFamily="34" charset="0"/>
              <a:buChar char="•"/>
            </a:pPr>
            <a:endParaRPr lang="en-US" b="0" dirty="0">
              <a:solidFill>
                <a:schemeClr val="bg1"/>
              </a:solidFill>
            </a:endParaRPr>
          </a:p>
          <a:p>
            <a:pPr marL="398461" indent="-342900">
              <a:buFont typeface="Arial" panose="020B0604020202020204" pitchFamily="34" charset="0"/>
              <a:buChar char="•"/>
            </a:pPr>
            <a:r>
              <a:rPr lang="en-US" b="0" dirty="0">
                <a:solidFill>
                  <a:schemeClr val="bg1"/>
                </a:solidFill>
                <a:hlinkClick r:id="rId4"/>
              </a:rPr>
              <a:t>https://about.gitlab.com/features/#stq=activity+stream&amp;stp=1</a:t>
            </a:r>
            <a:endParaRPr lang="en-US" b="0" dirty="0">
              <a:solidFill>
                <a:schemeClr val="bg1"/>
              </a:solidFill>
            </a:endParaRPr>
          </a:p>
          <a:p>
            <a:pPr marL="398461" indent="-342900">
              <a:buFont typeface="Arial" panose="020B0604020202020204" pitchFamily="34" charset="0"/>
              <a:buChar char="•"/>
            </a:pPr>
            <a:endParaRPr lang="en-US" b="0" dirty="0">
              <a:solidFill>
                <a:schemeClr val="bg1"/>
              </a:solidFill>
            </a:endParaRPr>
          </a:p>
          <a:p>
            <a:pPr marL="398461" indent="-342900">
              <a:buFont typeface="Arial" panose="020B0604020202020204" pitchFamily="34" charset="0"/>
              <a:buChar char="•"/>
            </a:pPr>
            <a:r>
              <a:rPr lang="en-US" b="0" dirty="0">
                <a:solidFill>
                  <a:schemeClr val="bg1"/>
                </a:solidFill>
                <a:hlinkClick r:id="rId5"/>
              </a:rPr>
              <a:t>https://about.gitlab.com/features/</a:t>
            </a:r>
            <a:endParaRPr lang="en-US" b="0" dirty="0">
              <a:solidFill>
                <a:schemeClr val="bg1"/>
              </a:solidFill>
            </a:endParaRPr>
          </a:p>
          <a:p>
            <a:pPr marL="398461" indent="-342900">
              <a:buFont typeface="Arial" panose="020B0604020202020204" pitchFamily="34" charset="0"/>
              <a:buChar char="•"/>
            </a:pPr>
            <a:endParaRPr lang="en-US" b="0" dirty="0">
              <a:solidFill>
                <a:schemeClr val="bg1"/>
              </a:solidFill>
            </a:endParaRPr>
          </a:p>
          <a:p>
            <a:pPr marL="398461" indent="-342900">
              <a:buFont typeface="Arial" panose="020B0604020202020204" pitchFamily="34" charset="0"/>
              <a:buChar char="•"/>
            </a:pPr>
            <a:endParaRPr lang="en-US" b="0" dirty="0">
              <a:solidFill>
                <a:schemeClr val="bg1"/>
              </a:solidFill>
            </a:endParaRPr>
          </a:p>
          <a:p>
            <a:pPr marL="398461" indent="-342900">
              <a:buFont typeface="Arial" panose="020B0604020202020204" pitchFamily="34" charset="0"/>
              <a:buChar char="•"/>
            </a:pPr>
            <a:endParaRPr lang="en-US" b="0" dirty="0">
              <a:solidFill>
                <a:schemeClr val="bg1"/>
              </a:solidFill>
            </a:endParaRPr>
          </a:p>
          <a:p>
            <a:pPr marL="398461" indent="-342900">
              <a:buFont typeface="Arial" panose="020B0604020202020204" pitchFamily="34" charset="0"/>
              <a:buChar char="•"/>
            </a:pPr>
            <a:endParaRPr lang="en-US" b="0" dirty="0">
              <a:solidFill>
                <a:schemeClr val="bg1"/>
              </a:solidFill>
            </a:endParaRPr>
          </a:p>
          <a:p>
            <a:pPr marL="398461" indent="-342900">
              <a:buFont typeface="Arial" panose="020B0604020202020204" pitchFamily="34" charset="0"/>
              <a:buChar char="•"/>
            </a:pPr>
            <a:endParaRPr lang="en-US" b="0" dirty="0">
              <a:solidFill>
                <a:schemeClr val="bg1"/>
              </a:solidFill>
            </a:endParaRPr>
          </a:p>
        </p:txBody>
      </p:sp>
    </p:spTree>
    <p:extLst>
      <p:ext uri="{BB962C8B-B14F-4D97-AF65-F5344CB8AC3E}">
        <p14:creationId xmlns:p14="http://schemas.microsoft.com/office/powerpoint/2010/main" val="2058303759"/>
      </p:ext>
    </p:extLst>
  </p:cSld>
  <p:clrMapOvr>
    <a:masterClrMapping/>
  </p:clrMapOvr>
</p:sld>
</file>

<file path=ppt/theme/theme1.xml><?xml version="1.0" encoding="utf-8"?>
<a:theme xmlns:a="http://schemas.openxmlformats.org/drawingml/2006/main" name="MAIN MASTER - BLACK">
  <a:themeElements>
    <a:clrScheme name="Operations">
      <a:dk1>
        <a:sysClr val="windowText" lastClr="000000"/>
      </a:dk1>
      <a:lt1>
        <a:sysClr val="window" lastClr="FFFFFF"/>
      </a:lt1>
      <a:dk2>
        <a:srgbClr val="595959"/>
      </a:dk2>
      <a:lt2>
        <a:srgbClr val="D8D8D8"/>
      </a:lt2>
      <a:accent1>
        <a:srgbClr val="00F3FF"/>
      </a:accent1>
      <a:accent2>
        <a:srgbClr val="00BAFF"/>
      </a:accent2>
      <a:accent3>
        <a:srgbClr val="008EFF"/>
      </a:accent3>
      <a:accent4>
        <a:srgbClr val="004DFF"/>
      </a:accent4>
      <a:accent5>
        <a:srgbClr val="2800FF"/>
      </a:accent5>
      <a:accent6>
        <a:srgbClr val="000088"/>
      </a:accent6>
      <a:hlink>
        <a:srgbClr val="2800FF"/>
      </a:hlink>
      <a:folHlink>
        <a:srgbClr val="7E00FF"/>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45720" rtlCol="0">
        <a:spAutoFit/>
      </a:bodyPr>
      <a:lstStyle>
        <a:defPPr>
          <a:defRPr sz="1600" dirty="0"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 id="{3AF425F2-D110-4AD7-9186-046FD1A1BA59}" vid="{0A93B61A-D5CB-4DDA-AA86-286514324F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D18B4BFBE44CB4787AA86045C9A6063" ma:contentTypeVersion="10" ma:contentTypeDescription="Create a new document." ma:contentTypeScope="" ma:versionID="907aab2d9ea0650ff8ff7406fdc26b47">
  <xsd:schema xmlns:xsd="http://www.w3.org/2001/XMLSchema" xmlns:xs="http://www.w3.org/2001/XMLSchema" xmlns:p="http://schemas.microsoft.com/office/2006/metadata/properties" xmlns:ns2="9b901641-0d09-466e-84cb-a5070d83a351" xmlns:ns3="654ae466-f20b-489a-860c-ab06bbeb57a1" targetNamespace="http://schemas.microsoft.com/office/2006/metadata/properties" ma:root="true" ma:fieldsID="b5ccca5cb7444fd9b29b3d642876a9f6" ns2:_="" ns3:_="">
    <xsd:import namespace="9b901641-0d09-466e-84cb-a5070d83a351"/>
    <xsd:import namespace="654ae466-f20b-489a-860c-ab06bbeb57a1"/>
    <xsd:element name="properties">
      <xsd:complexType>
        <xsd:sequence>
          <xsd:element name="documentManagement">
            <xsd:complexType>
              <xsd:all>
                <xsd:element ref="ns2:SharedWithUsers" minOccurs="0"/>
                <xsd:element ref="ns2:SharedWithDetails" minOccurs="0"/>
                <xsd:element ref="ns2:LastSharedByUser" minOccurs="0"/>
                <xsd:element ref="ns2:LastSharedByTime" minOccurs="0"/>
                <xsd:element ref="ns3:MediaServiceMetadata" minOccurs="0"/>
                <xsd:element ref="ns3:MediaServiceFastMetadata" minOccurs="0"/>
                <xsd:element ref="ns3:MediaServiceAutoTags" minOccurs="0"/>
                <xsd:element ref="ns3:MediaServiceOCR" minOccurs="0"/>
                <xsd:element ref="ns3:MediaServiceEventHashCode" minOccurs="0"/>
                <xsd:element ref="ns3:MediaServiceGeneration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901641-0d09-466e-84cb-a5070d83a35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0" nillable="true" ma:displayName="Last Shared By User" ma:description="" ma:internalName="LastSharedByUser" ma:readOnly="true">
      <xsd:simpleType>
        <xsd:restriction base="dms:Note">
          <xsd:maxLength value="255"/>
        </xsd:restriction>
      </xsd:simpleType>
    </xsd:element>
    <xsd:element name="LastSharedByTime" ma:index="11"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654ae466-f20b-489a-860c-ab06bbeb57a1" elementFormDefault="qualified">
    <xsd:import namespace="http://schemas.microsoft.com/office/2006/documentManagement/types"/>
    <xsd:import namespace="http://schemas.microsoft.com/office/infopath/2007/PartnerControls"/>
    <xsd:element name="MediaServiceMetadata" ma:index="12" nillable="true" ma:displayName="MediaServiceMetadata" ma:description="" ma:hidden="true" ma:internalName="MediaServiceMetadata" ma:readOnly="true">
      <xsd:simpleType>
        <xsd:restriction base="dms:Note"/>
      </xsd:simpleType>
    </xsd:element>
    <xsd:element name="MediaServiceFastMetadata" ma:index="13" nillable="true" ma:displayName="MediaServiceFastMetadata" ma:description="" ma:hidden="true" ma:internalName="MediaServiceFastMetadata" ma:readOnly="true">
      <xsd:simpleType>
        <xsd:restriction base="dms:Note"/>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1404285-EB2B-4148-BC34-F3020EE3482E}"/>
</file>

<file path=customXml/itemProps2.xml><?xml version="1.0" encoding="utf-8"?>
<ds:datastoreItem xmlns:ds="http://schemas.openxmlformats.org/officeDocument/2006/customXml" ds:itemID="{8C20258B-07C7-4799-A1FB-8B83A03D6472}"/>
</file>

<file path=customXml/itemProps3.xml><?xml version="1.0" encoding="utf-8"?>
<ds:datastoreItem xmlns:ds="http://schemas.openxmlformats.org/officeDocument/2006/customXml" ds:itemID="{2428AD15-FB1F-4104-B83C-17ECB5FFCE96}"/>
</file>

<file path=docProps/app.xml><?xml version="1.0" encoding="utf-8"?>
<Properties xmlns="http://schemas.openxmlformats.org/officeDocument/2006/extended-properties" xmlns:vt="http://schemas.openxmlformats.org/officeDocument/2006/docPropsVTypes">
  <Template>Accenture_Master_Graphik_012017</Template>
  <TotalTime>956</TotalTime>
  <Words>1006</Words>
  <Application>Microsoft Office PowerPoint</Application>
  <PresentationFormat>Widescreen</PresentationFormat>
  <Paragraphs>125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Graphik Black</vt:lpstr>
      <vt:lpstr>Arial</vt:lpstr>
      <vt:lpstr>Graphik</vt:lpstr>
      <vt:lpstr>MAIN MASTER - BLACK</vt:lpstr>
      <vt:lpstr>Gitlab</vt:lpstr>
      <vt:lpstr>gitlab</vt:lpstr>
      <vt:lpstr>gitlab</vt:lpstr>
      <vt:lpstr>gitlab</vt:lpstr>
      <vt:lpstr>gitlab</vt:lpstr>
      <vt:lpstr>gitlab</vt:lpstr>
      <vt:lpstr>gitlab</vt:lpstr>
      <vt:lpstr>gitlab</vt:lpstr>
      <vt:lpstr>gitlab</vt:lpstr>
      <vt:lpstr>gitlab</vt:lpstr>
      <vt:lpstr>gitlab</vt:lpstr>
      <vt:lpstr>gitlab</vt:lpstr>
      <vt:lpstr>gitlab</vt:lpstr>
      <vt:lpstr>gitlab</vt:lpstr>
      <vt:lpstr>gitlab</vt:lpstr>
    </vt:vector>
  </TitlesOfParts>
  <Company>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our new template</dc:title>
  <dc:creator>Tiamzon, Alvin P.</dc:creator>
  <cp:lastModifiedBy>Lagasca, Catherine J.</cp:lastModifiedBy>
  <cp:revision>119</cp:revision>
  <dcterms:created xsi:type="dcterms:W3CDTF">2017-01-25T12:18:18Z</dcterms:created>
  <dcterms:modified xsi:type="dcterms:W3CDTF">2017-10-23T09:49:12Z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0x0101003D18B4BFBE44CB4787AA86045C9A6063</vt:lpwstr>
  </property>
  <property fmtid="{D5CDD505-2E9C-101B-9397-08002B2CF9AE}" pid="3" name="Order">
    <vt:r8>154600</vt:r8>
  </property>
  <property fmtid="{D5CDD505-2E9C-101B-9397-08002B2CF9AE}" pid="4" name="xd_ProgID">
    <vt:lpwstr/>
  </property>
  <property fmtid="{D5CDD505-2E9C-101B-9397-08002B2CF9AE}" pid="5" name="_CopySource">
    <vt:lpwstr>https://ts.accenture.com/sites/pdcdevelopmentcontrolservices/DevOps/DevOps/Training and Enablement Tower/Training Materials/DTS Bootcamp - Revised/Archived(8-2-2018)/DAY 3-4/GITLAB.PPTX</vt:lpwstr>
  </property>
  <property fmtid="{D5CDD505-2E9C-101B-9397-08002B2CF9AE}" pid="6" name="_SourceUrl">
    <vt:lpwstr/>
  </property>
  <property fmtid="{D5CDD505-2E9C-101B-9397-08002B2CF9AE}" pid="7" name="_SharedFileIndex">
    <vt:lpwstr/>
  </property>
  <property fmtid="{D5CDD505-2E9C-101B-9397-08002B2CF9AE}" pid="8" name="TemplateUrl">
    <vt:lpwstr/>
  </property>
</Properties>
</file>