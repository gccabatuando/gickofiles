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s/slide1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3.xml" ContentType="application/vnd.openxmlformats-officedocument.presentationml.slide+xml"/>
  <Override PartName="/ppt/slideMasters/slideMaster1.xml" ContentType="application/vnd.openxmlformats-officedocument.presentationml.slideMaster+xml"/>
  <Override PartName="/ppt/slideLayouts/slideLayout8.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7.xml" ContentType="application/vnd.openxmlformats-officedocument.presentationml.slideLayou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heme/theme1.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15" r:id="rId1"/>
  </p:sldMasterIdLst>
  <p:notesMasterIdLst>
    <p:notesMasterId r:id="rId18"/>
  </p:notesMasterIdLst>
  <p:handoutMasterIdLst>
    <p:handoutMasterId r:id="rId19"/>
  </p:handoutMasterIdLst>
  <p:sldIdLst>
    <p:sldId id="327" r:id="rId2"/>
    <p:sldId id="326" r:id="rId3"/>
    <p:sldId id="345" r:id="rId4"/>
    <p:sldId id="346" r:id="rId5"/>
    <p:sldId id="347" r:id="rId6"/>
    <p:sldId id="348" r:id="rId7"/>
    <p:sldId id="349" r:id="rId8"/>
    <p:sldId id="350" r:id="rId9"/>
    <p:sldId id="351" r:id="rId10"/>
    <p:sldId id="352" r:id="rId11"/>
    <p:sldId id="353" r:id="rId12"/>
    <p:sldId id="354" r:id="rId13"/>
    <p:sldId id="355" r:id="rId14"/>
    <p:sldId id="356" r:id="rId15"/>
    <p:sldId id="329" r:id="rId16"/>
    <p:sldId id="344" r:id="rId17"/>
  </p:sldIdLst>
  <p:sldSz cx="12192000" cy="6858000"/>
  <p:notesSz cx="6858000" cy="9144000"/>
  <p:embeddedFontLst>
    <p:embeddedFont>
      <p:font typeface="Graphik Black" panose="020B0A03030202060203" pitchFamily="34" charset="0"/>
      <p:bold r:id="rId20"/>
      <p:boldItalic r:id="rId21"/>
    </p:embeddedFont>
    <p:embeddedFont>
      <p:font typeface="Graphik" panose="020B0503030202060203" pitchFamily="34" charset="0"/>
      <p:regular r:id="rId22"/>
      <p:bold r:id="rId23"/>
      <p:italic r:id="rId24"/>
      <p:bold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5040" userDrawn="1">
          <p15:clr>
            <a:srgbClr val="A4A3A4"/>
          </p15:clr>
        </p15:guide>
        <p15:guide id="3" pos="2640" userDrawn="1">
          <p15:clr>
            <a:srgbClr val="A4A3A4"/>
          </p15:clr>
        </p15:guide>
        <p15:guide id="4"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D8D8"/>
    <a:srgbClr val="00A400"/>
    <a:srgbClr val="460098"/>
    <a:srgbClr val="BC00FF"/>
    <a:srgbClr val="E4E4E4"/>
    <a:srgbClr val="F4F4F4"/>
    <a:srgbClr val="940008"/>
    <a:srgbClr val="FF0000"/>
    <a:srgbClr val="70E6E1"/>
    <a:srgbClr val="FFCCCC"/>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50" autoAdjust="0"/>
    <p:restoredTop sz="85108" autoAdjust="0"/>
  </p:normalViewPr>
  <p:slideViewPr>
    <p:cSldViewPr>
      <p:cViewPr varScale="1">
        <p:scale>
          <a:sx n="90" d="100"/>
          <a:sy n="90" d="100"/>
        </p:scale>
        <p:origin x="618" y="90"/>
      </p:cViewPr>
      <p:guideLst>
        <p:guide pos="5040"/>
        <p:guide pos="2640"/>
        <p:guide orient="horz" pos="2160"/>
      </p:guideLst>
    </p:cSldViewPr>
  </p:slideViewPr>
  <p:notesTextViewPr>
    <p:cViewPr>
      <p:scale>
        <a:sx n="1" d="1"/>
        <a:sy n="1" d="1"/>
      </p:scale>
      <p:origin x="0" y="0"/>
    </p:cViewPr>
  </p:notesTextViewPr>
  <p:sorterViewPr>
    <p:cViewPr varScale="1">
      <p:scale>
        <a:sx n="1" d="1"/>
        <a:sy n="1" d="1"/>
      </p:scale>
      <p:origin x="0" y="0"/>
    </p:cViewPr>
  </p:sorterViewPr>
  <p:notesViewPr>
    <p:cSldViewPr>
      <p:cViewPr varScale="1">
        <p:scale>
          <a:sx n="50" d="100"/>
          <a:sy n="50" d="100"/>
        </p:scale>
        <p:origin x="2574" y="18"/>
      </p:cViewPr>
      <p:guideLst/>
    </p:cSldViewPr>
  </p:notesViewPr>
  <p:gridSpacing cx="36576" cy="36576"/>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handoutMaster" Target="handoutMasters/handoutMaster1.xml"/><Relationship Id="rId31"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viewProps" Target="viewProps.xml"/><Relationship Id="rId30" Type="http://schemas.microsoft.com/office/2015/10/relationships/revisionInfo" Target="revisionInfo.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FBD7333-DD87-4773-BED3-E2892A4094EE}" type="datetimeFigureOut">
              <a:rPr lang="en-US" smtClean="0"/>
              <a:t>10/23/2017</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3A0E21C-7E3E-40C1-A5B4-152F0F11E190}" type="slidenum">
              <a:rPr lang="en-US" smtClean="0"/>
              <a:t>‹#›</a:t>
            </a:fld>
            <a:endParaRPr lang="en-US" dirty="0"/>
          </a:p>
        </p:txBody>
      </p:sp>
    </p:spTree>
    <p:extLst>
      <p:ext uri="{BB962C8B-B14F-4D97-AF65-F5344CB8AC3E}">
        <p14:creationId xmlns:p14="http://schemas.microsoft.com/office/powerpoint/2010/main" val="16350446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9D084F-DC83-4EB0-8CED-52E9AA3ECA1C}" type="datetimeFigureOut">
              <a:rPr lang="en-US" smtClean="0"/>
              <a:t>10/23/2017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157E0A-F321-48DC-AF94-681D4DCF344D}" type="slidenum">
              <a:rPr lang="en-US" smtClean="0"/>
              <a:t>‹#›</a:t>
            </a:fld>
            <a:endParaRPr lang="en-US" dirty="0"/>
          </a:p>
        </p:txBody>
      </p:sp>
    </p:spTree>
    <p:extLst>
      <p:ext uri="{BB962C8B-B14F-4D97-AF65-F5344CB8AC3E}">
        <p14:creationId xmlns:p14="http://schemas.microsoft.com/office/powerpoint/2010/main" val="3796904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Master: Dark">
    <p:bg>
      <p:bgPr>
        <a:gradFill flip="none" rotWithShape="1">
          <a:gsLst>
            <a:gs pos="48000">
              <a:srgbClr val="F4F4F4"/>
            </a:gs>
            <a:gs pos="100000">
              <a:srgbClr val="E4E4E4"/>
            </a:gs>
          </a:gsLst>
          <a:lin ang="5400000" scaled="0"/>
          <a:tileRect/>
        </a:gradFill>
        <a:effectLst/>
      </p:bgPr>
    </p:bg>
    <p:spTree>
      <p:nvGrpSpPr>
        <p:cNvPr id="1" name=""/>
        <p:cNvGrpSpPr/>
        <p:nvPr/>
      </p:nvGrpSpPr>
      <p:grpSpPr>
        <a:xfrm>
          <a:off x="0" y="0"/>
          <a:ext cx="0" cy="0"/>
          <a:chOff x="0" y="0"/>
          <a:chExt cx="0" cy="0"/>
        </a:xfrm>
      </p:grpSpPr>
      <p:pic>
        <p:nvPicPr>
          <p:cNvPr id="2050" name="Picture 2" descr="Image result for circuit hardware"/>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a:stretch/>
        </p:blipFill>
        <p:spPr bwMode="auto">
          <a:xfrm>
            <a:off x="-35668" y="-1"/>
            <a:ext cx="12227668"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userDrawn="1"/>
        </p:nvSpPr>
        <p:spPr>
          <a:xfrm>
            <a:off x="-35668" y="0"/>
            <a:ext cx="12227668" cy="6858000"/>
          </a:xfrm>
          <a:prstGeom prst="rect">
            <a:avLst/>
          </a:prstGeom>
          <a:gradFill>
            <a:gsLst>
              <a:gs pos="28000">
                <a:schemeClr val="bg1">
                  <a:alpha val="67000"/>
                </a:schemeClr>
              </a:gs>
              <a:gs pos="67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0" name="Group 4"/>
          <p:cNvGrpSpPr>
            <a:grpSpLocks noChangeAspect="1"/>
          </p:cNvGrpSpPr>
          <p:nvPr userDrawn="1"/>
        </p:nvGrpSpPr>
        <p:grpSpPr bwMode="auto">
          <a:xfrm>
            <a:off x="10090370" y="442495"/>
            <a:ext cx="1749397" cy="462761"/>
            <a:chOff x="243" y="1559"/>
            <a:chExt cx="1308" cy="346"/>
          </a:xfrm>
        </p:grpSpPr>
        <p:sp>
          <p:nvSpPr>
            <p:cNvPr id="11" name="Freeform 6"/>
            <p:cNvSpPr>
              <a:spLocks/>
            </p:cNvSpPr>
            <p:nvPr/>
          </p:nvSpPr>
          <p:spPr bwMode="auto">
            <a:xfrm>
              <a:off x="1005" y="1559"/>
              <a:ext cx="129" cy="137"/>
            </a:xfrm>
            <a:custGeom>
              <a:avLst/>
              <a:gdLst>
                <a:gd name="T0" fmla="*/ 0 w 387"/>
                <a:gd name="T1" fmla="*/ 0 h 411"/>
                <a:gd name="T2" fmla="*/ 387 w 387"/>
                <a:gd name="T3" fmla="*/ 157 h 411"/>
                <a:gd name="T4" fmla="*/ 387 w 387"/>
                <a:gd name="T5" fmla="*/ 254 h 411"/>
                <a:gd name="T6" fmla="*/ 0 w 387"/>
                <a:gd name="T7" fmla="*/ 411 h 411"/>
                <a:gd name="T8" fmla="*/ 0 w 387"/>
                <a:gd name="T9" fmla="*/ 290 h 411"/>
                <a:gd name="T10" fmla="*/ 226 w 387"/>
                <a:gd name="T11" fmla="*/ 206 h 411"/>
                <a:gd name="T12" fmla="*/ 0 w 387"/>
                <a:gd name="T13" fmla="*/ 117 h 411"/>
                <a:gd name="T14" fmla="*/ 0 w 387"/>
                <a:gd name="T15" fmla="*/ 0 h 4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7" h="411">
                  <a:moveTo>
                    <a:pt x="0" y="0"/>
                  </a:moveTo>
                  <a:lnTo>
                    <a:pt x="387" y="157"/>
                  </a:lnTo>
                  <a:lnTo>
                    <a:pt x="387" y="254"/>
                  </a:lnTo>
                  <a:lnTo>
                    <a:pt x="0" y="411"/>
                  </a:lnTo>
                  <a:lnTo>
                    <a:pt x="0" y="290"/>
                  </a:lnTo>
                  <a:lnTo>
                    <a:pt x="226" y="206"/>
                  </a:lnTo>
                  <a:lnTo>
                    <a:pt x="0" y="117"/>
                  </a:lnTo>
                  <a:lnTo>
                    <a:pt x="0" y="0"/>
                  </a:lnTo>
                  <a:close/>
                </a:path>
              </a:pathLst>
            </a:custGeom>
            <a:solidFill>
              <a:srgbClr val="00D700"/>
            </a:solidFill>
            <a:ln w="0">
              <a:noFill/>
              <a:prstDash val="solid"/>
              <a:round/>
              <a:headEnd/>
              <a:tailEnd/>
            </a:ln>
          </p:spPr>
          <p:txBody>
            <a:bodyPr vert="horz" wrap="square" lIns="56650" tIns="28325" rIns="56650" bIns="28325" numCol="1" anchor="t" anchorCtr="0" compatLnSpc="1">
              <a:prstTxWarp prst="textNoShape">
                <a:avLst/>
              </a:prstTxWarp>
            </a:bodyPr>
            <a:lstStyle/>
            <a:p>
              <a:pPr defTabSz="566471"/>
              <a:endParaRPr lang="en-US" sz="1115" kern="0" dirty="0">
                <a:solidFill>
                  <a:sysClr val="windowText" lastClr="000000"/>
                </a:solidFill>
              </a:endParaRPr>
            </a:p>
          </p:txBody>
        </p:sp>
        <p:sp>
          <p:nvSpPr>
            <p:cNvPr id="12" name="Freeform 7"/>
            <p:cNvSpPr>
              <a:spLocks noEditPoints="1"/>
            </p:cNvSpPr>
            <p:nvPr/>
          </p:nvSpPr>
          <p:spPr bwMode="auto">
            <a:xfrm>
              <a:off x="243" y="1704"/>
              <a:ext cx="1308" cy="201"/>
            </a:xfrm>
            <a:custGeom>
              <a:avLst/>
              <a:gdLst>
                <a:gd name="T0" fmla="*/ 127 w 3923"/>
                <a:gd name="T1" fmla="*/ 475 h 602"/>
                <a:gd name="T2" fmla="*/ 251 w 3923"/>
                <a:gd name="T3" fmla="*/ 489 h 602"/>
                <a:gd name="T4" fmla="*/ 3668 w 3923"/>
                <a:gd name="T5" fmla="*/ 231 h 602"/>
                <a:gd name="T6" fmla="*/ 3770 w 3923"/>
                <a:gd name="T7" fmla="*/ 234 h 602"/>
                <a:gd name="T8" fmla="*/ 1553 w 3923"/>
                <a:gd name="T9" fmla="*/ 261 h 602"/>
                <a:gd name="T10" fmla="*/ 1645 w 3923"/>
                <a:gd name="T11" fmla="*/ 218 h 602"/>
                <a:gd name="T12" fmla="*/ 2880 w 3923"/>
                <a:gd name="T13" fmla="*/ 500 h 602"/>
                <a:gd name="T14" fmla="*/ 2980 w 3923"/>
                <a:gd name="T15" fmla="*/ 138 h 602"/>
                <a:gd name="T16" fmla="*/ 2900 w 3923"/>
                <a:gd name="T17" fmla="*/ 594 h 602"/>
                <a:gd name="T18" fmla="*/ 2716 w 3923"/>
                <a:gd name="T19" fmla="*/ 508 h 602"/>
                <a:gd name="T20" fmla="*/ 3360 w 3923"/>
                <a:gd name="T21" fmla="*/ 279 h 602"/>
                <a:gd name="T22" fmla="*/ 3324 w 3923"/>
                <a:gd name="T23" fmla="*/ 220 h 602"/>
                <a:gd name="T24" fmla="*/ 3775 w 3923"/>
                <a:gd name="T25" fmla="*/ 134 h 602"/>
                <a:gd name="T26" fmla="*/ 3923 w 3923"/>
                <a:gd name="T27" fmla="*/ 342 h 602"/>
                <a:gd name="T28" fmla="*/ 3703 w 3923"/>
                <a:gd name="T29" fmla="*/ 508 h 602"/>
                <a:gd name="T30" fmla="*/ 3916 w 3923"/>
                <a:gd name="T31" fmla="*/ 478 h 602"/>
                <a:gd name="T32" fmla="*/ 3685 w 3923"/>
                <a:gd name="T33" fmla="*/ 600 h 602"/>
                <a:gd name="T34" fmla="*/ 3502 w 3923"/>
                <a:gd name="T35" fmla="*/ 411 h 602"/>
                <a:gd name="T36" fmla="*/ 3597 w 3923"/>
                <a:gd name="T37" fmla="*/ 160 h 602"/>
                <a:gd name="T38" fmla="*/ 2261 w 3923"/>
                <a:gd name="T39" fmla="*/ 158 h 602"/>
                <a:gd name="T40" fmla="*/ 2180 w 3923"/>
                <a:gd name="T41" fmla="*/ 283 h 602"/>
                <a:gd name="T42" fmla="*/ 2052 w 3923"/>
                <a:gd name="T43" fmla="*/ 258 h 602"/>
                <a:gd name="T44" fmla="*/ 2045 w 3923"/>
                <a:gd name="T45" fmla="*/ 188 h 602"/>
                <a:gd name="T46" fmla="*/ 1682 w 3923"/>
                <a:gd name="T47" fmla="*/ 134 h 602"/>
                <a:gd name="T48" fmla="*/ 1830 w 3923"/>
                <a:gd name="T49" fmla="*/ 342 h 602"/>
                <a:gd name="T50" fmla="*/ 1610 w 3923"/>
                <a:gd name="T51" fmla="*/ 508 h 602"/>
                <a:gd name="T52" fmla="*/ 1823 w 3923"/>
                <a:gd name="T53" fmla="*/ 478 h 602"/>
                <a:gd name="T54" fmla="*/ 1594 w 3923"/>
                <a:gd name="T55" fmla="*/ 600 h 602"/>
                <a:gd name="T56" fmla="*/ 1410 w 3923"/>
                <a:gd name="T57" fmla="*/ 411 h 602"/>
                <a:gd name="T58" fmla="*/ 1505 w 3923"/>
                <a:gd name="T59" fmla="*/ 160 h 602"/>
                <a:gd name="T60" fmla="*/ 1265 w 3923"/>
                <a:gd name="T61" fmla="*/ 154 h 602"/>
                <a:gd name="T62" fmla="*/ 1218 w 3923"/>
                <a:gd name="T63" fmla="*/ 260 h 602"/>
                <a:gd name="T64" fmla="*/ 1081 w 3923"/>
                <a:gd name="T65" fmla="*/ 277 h 602"/>
                <a:gd name="T66" fmla="*/ 1103 w 3923"/>
                <a:gd name="T67" fmla="*/ 488 h 602"/>
                <a:gd name="T68" fmla="*/ 1240 w 3923"/>
                <a:gd name="T69" fmla="*/ 424 h 602"/>
                <a:gd name="T70" fmla="*/ 1192 w 3923"/>
                <a:gd name="T71" fmla="*/ 598 h 602"/>
                <a:gd name="T72" fmla="*/ 957 w 3923"/>
                <a:gd name="T73" fmla="*/ 478 h 602"/>
                <a:gd name="T74" fmla="*/ 990 w 3923"/>
                <a:gd name="T75" fmla="*/ 199 h 602"/>
                <a:gd name="T76" fmla="*/ 743 w 3923"/>
                <a:gd name="T77" fmla="*/ 134 h 602"/>
                <a:gd name="T78" fmla="*/ 761 w 3923"/>
                <a:gd name="T79" fmla="*/ 300 h 602"/>
                <a:gd name="T80" fmla="*/ 634 w 3923"/>
                <a:gd name="T81" fmla="*/ 244 h 602"/>
                <a:gd name="T82" fmla="*/ 609 w 3923"/>
                <a:gd name="T83" fmla="*/ 456 h 602"/>
                <a:gd name="T84" fmla="*/ 755 w 3923"/>
                <a:gd name="T85" fmla="*/ 468 h 602"/>
                <a:gd name="T86" fmla="*/ 787 w 3923"/>
                <a:gd name="T87" fmla="*/ 579 h 602"/>
                <a:gd name="T88" fmla="*/ 517 w 3923"/>
                <a:gd name="T89" fmla="*/ 532 h 602"/>
                <a:gd name="T90" fmla="*/ 486 w 3923"/>
                <a:gd name="T91" fmla="*/ 254 h 602"/>
                <a:gd name="T92" fmla="*/ 209 w 3923"/>
                <a:gd name="T93" fmla="*/ 128 h 602"/>
                <a:gd name="T94" fmla="*/ 394 w 3923"/>
                <a:gd name="T95" fmla="*/ 256 h 602"/>
                <a:gd name="T96" fmla="*/ 178 w 3923"/>
                <a:gd name="T97" fmla="*/ 600 h 602"/>
                <a:gd name="T98" fmla="*/ 2 w 3923"/>
                <a:gd name="T99" fmla="*/ 496 h 602"/>
                <a:gd name="T100" fmla="*/ 98 w 3923"/>
                <a:gd name="T101" fmla="*/ 331 h 602"/>
                <a:gd name="T102" fmla="*/ 254 w 3923"/>
                <a:gd name="T103" fmla="*/ 238 h 602"/>
                <a:gd name="T104" fmla="*/ 135 w 3923"/>
                <a:gd name="T105" fmla="*/ 278 h 602"/>
                <a:gd name="T106" fmla="*/ 174 w 3923"/>
                <a:gd name="T107" fmla="*/ 129 h 602"/>
                <a:gd name="T108" fmla="*/ 2552 w 3923"/>
                <a:gd name="T109" fmla="*/ 480 h 602"/>
                <a:gd name="T110" fmla="*/ 2591 w 3923"/>
                <a:gd name="T111" fmla="*/ 597 h 602"/>
                <a:gd name="T112" fmla="*/ 2417 w 3923"/>
                <a:gd name="T113" fmla="*/ 460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923" h="602">
                  <a:moveTo>
                    <a:pt x="220" y="397"/>
                  </a:moveTo>
                  <a:lnTo>
                    <a:pt x="191" y="399"/>
                  </a:lnTo>
                  <a:lnTo>
                    <a:pt x="167" y="404"/>
                  </a:lnTo>
                  <a:lnTo>
                    <a:pt x="149" y="411"/>
                  </a:lnTo>
                  <a:lnTo>
                    <a:pt x="136" y="422"/>
                  </a:lnTo>
                  <a:lnTo>
                    <a:pt x="128" y="438"/>
                  </a:lnTo>
                  <a:lnTo>
                    <a:pt x="125" y="456"/>
                  </a:lnTo>
                  <a:lnTo>
                    <a:pt x="125" y="460"/>
                  </a:lnTo>
                  <a:lnTo>
                    <a:pt x="127" y="475"/>
                  </a:lnTo>
                  <a:lnTo>
                    <a:pt x="131" y="488"/>
                  </a:lnTo>
                  <a:lnTo>
                    <a:pt x="140" y="498"/>
                  </a:lnTo>
                  <a:lnTo>
                    <a:pt x="152" y="506"/>
                  </a:lnTo>
                  <a:lnTo>
                    <a:pt x="167" y="511"/>
                  </a:lnTo>
                  <a:lnTo>
                    <a:pt x="186" y="513"/>
                  </a:lnTo>
                  <a:lnTo>
                    <a:pt x="205" y="512"/>
                  </a:lnTo>
                  <a:lnTo>
                    <a:pt x="222" y="507"/>
                  </a:lnTo>
                  <a:lnTo>
                    <a:pt x="238" y="500"/>
                  </a:lnTo>
                  <a:lnTo>
                    <a:pt x="251" y="489"/>
                  </a:lnTo>
                  <a:lnTo>
                    <a:pt x="262" y="476"/>
                  </a:lnTo>
                  <a:lnTo>
                    <a:pt x="268" y="460"/>
                  </a:lnTo>
                  <a:lnTo>
                    <a:pt x="270" y="441"/>
                  </a:lnTo>
                  <a:lnTo>
                    <a:pt x="270" y="397"/>
                  </a:lnTo>
                  <a:lnTo>
                    <a:pt x="220" y="397"/>
                  </a:lnTo>
                  <a:close/>
                  <a:moveTo>
                    <a:pt x="3716" y="217"/>
                  </a:moveTo>
                  <a:lnTo>
                    <a:pt x="3700" y="218"/>
                  </a:lnTo>
                  <a:lnTo>
                    <a:pt x="3684" y="223"/>
                  </a:lnTo>
                  <a:lnTo>
                    <a:pt x="3668" y="231"/>
                  </a:lnTo>
                  <a:lnTo>
                    <a:pt x="3655" y="243"/>
                  </a:lnTo>
                  <a:lnTo>
                    <a:pt x="3645" y="261"/>
                  </a:lnTo>
                  <a:lnTo>
                    <a:pt x="3636" y="284"/>
                  </a:lnTo>
                  <a:lnTo>
                    <a:pt x="3630" y="312"/>
                  </a:lnTo>
                  <a:lnTo>
                    <a:pt x="3800" y="312"/>
                  </a:lnTo>
                  <a:lnTo>
                    <a:pt x="3796" y="286"/>
                  </a:lnTo>
                  <a:lnTo>
                    <a:pt x="3790" y="264"/>
                  </a:lnTo>
                  <a:lnTo>
                    <a:pt x="3782" y="247"/>
                  </a:lnTo>
                  <a:lnTo>
                    <a:pt x="3770" y="234"/>
                  </a:lnTo>
                  <a:lnTo>
                    <a:pt x="3754" y="224"/>
                  </a:lnTo>
                  <a:lnTo>
                    <a:pt x="3737" y="218"/>
                  </a:lnTo>
                  <a:lnTo>
                    <a:pt x="3716" y="217"/>
                  </a:lnTo>
                  <a:close/>
                  <a:moveTo>
                    <a:pt x="1625" y="217"/>
                  </a:moveTo>
                  <a:lnTo>
                    <a:pt x="1608" y="218"/>
                  </a:lnTo>
                  <a:lnTo>
                    <a:pt x="1591" y="223"/>
                  </a:lnTo>
                  <a:lnTo>
                    <a:pt x="1577" y="231"/>
                  </a:lnTo>
                  <a:lnTo>
                    <a:pt x="1564" y="243"/>
                  </a:lnTo>
                  <a:lnTo>
                    <a:pt x="1553" y="261"/>
                  </a:lnTo>
                  <a:lnTo>
                    <a:pt x="1543" y="284"/>
                  </a:lnTo>
                  <a:lnTo>
                    <a:pt x="1537" y="312"/>
                  </a:lnTo>
                  <a:lnTo>
                    <a:pt x="1707" y="312"/>
                  </a:lnTo>
                  <a:lnTo>
                    <a:pt x="1705" y="286"/>
                  </a:lnTo>
                  <a:lnTo>
                    <a:pt x="1699" y="264"/>
                  </a:lnTo>
                  <a:lnTo>
                    <a:pt x="1689" y="247"/>
                  </a:lnTo>
                  <a:lnTo>
                    <a:pt x="1677" y="234"/>
                  </a:lnTo>
                  <a:lnTo>
                    <a:pt x="1662" y="224"/>
                  </a:lnTo>
                  <a:lnTo>
                    <a:pt x="1645" y="218"/>
                  </a:lnTo>
                  <a:lnTo>
                    <a:pt x="1625" y="217"/>
                  </a:lnTo>
                  <a:close/>
                  <a:moveTo>
                    <a:pt x="2708" y="138"/>
                  </a:moveTo>
                  <a:lnTo>
                    <a:pt x="2835" y="138"/>
                  </a:lnTo>
                  <a:lnTo>
                    <a:pt x="2835" y="426"/>
                  </a:lnTo>
                  <a:lnTo>
                    <a:pt x="2837" y="450"/>
                  </a:lnTo>
                  <a:lnTo>
                    <a:pt x="2842" y="469"/>
                  </a:lnTo>
                  <a:lnTo>
                    <a:pt x="2850" y="484"/>
                  </a:lnTo>
                  <a:lnTo>
                    <a:pt x="2863" y="494"/>
                  </a:lnTo>
                  <a:lnTo>
                    <a:pt x="2880" y="500"/>
                  </a:lnTo>
                  <a:lnTo>
                    <a:pt x="2900" y="502"/>
                  </a:lnTo>
                  <a:lnTo>
                    <a:pt x="2918" y="501"/>
                  </a:lnTo>
                  <a:lnTo>
                    <a:pt x="2935" y="495"/>
                  </a:lnTo>
                  <a:lnTo>
                    <a:pt x="2951" y="487"/>
                  </a:lnTo>
                  <a:lnTo>
                    <a:pt x="2962" y="475"/>
                  </a:lnTo>
                  <a:lnTo>
                    <a:pt x="2972" y="459"/>
                  </a:lnTo>
                  <a:lnTo>
                    <a:pt x="2978" y="441"/>
                  </a:lnTo>
                  <a:lnTo>
                    <a:pt x="2980" y="418"/>
                  </a:lnTo>
                  <a:lnTo>
                    <a:pt x="2980" y="138"/>
                  </a:lnTo>
                  <a:lnTo>
                    <a:pt x="3107" y="138"/>
                  </a:lnTo>
                  <a:lnTo>
                    <a:pt x="3107" y="592"/>
                  </a:lnTo>
                  <a:lnTo>
                    <a:pt x="2980" y="592"/>
                  </a:lnTo>
                  <a:lnTo>
                    <a:pt x="2980" y="525"/>
                  </a:lnTo>
                  <a:lnTo>
                    <a:pt x="2970" y="543"/>
                  </a:lnTo>
                  <a:lnTo>
                    <a:pt x="2957" y="559"/>
                  </a:lnTo>
                  <a:lnTo>
                    <a:pt x="2941" y="573"/>
                  </a:lnTo>
                  <a:lnTo>
                    <a:pt x="2922" y="585"/>
                  </a:lnTo>
                  <a:lnTo>
                    <a:pt x="2900" y="594"/>
                  </a:lnTo>
                  <a:lnTo>
                    <a:pt x="2876" y="600"/>
                  </a:lnTo>
                  <a:lnTo>
                    <a:pt x="2849" y="602"/>
                  </a:lnTo>
                  <a:lnTo>
                    <a:pt x="2823" y="600"/>
                  </a:lnTo>
                  <a:lnTo>
                    <a:pt x="2798" y="594"/>
                  </a:lnTo>
                  <a:lnTo>
                    <a:pt x="2776" y="585"/>
                  </a:lnTo>
                  <a:lnTo>
                    <a:pt x="2756" y="572"/>
                  </a:lnTo>
                  <a:lnTo>
                    <a:pt x="2739" y="554"/>
                  </a:lnTo>
                  <a:lnTo>
                    <a:pt x="2726" y="534"/>
                  </a:lnTo>
                  <a:lnTo>
                    <a:pt x="2716" y="508"/>
                  </a:lnTo>
                  <a:lnTo>
                    <a:pt x="2709" y="478"/>
                  </a:lnTo>
                  <a:lnTo>
                    <a:pt x="2708" y="445"/>
                  </a:lnTo>
                  <a:lnTo>
                    <a:pt x="2708" y="138"/>
                  </a:lnTo>
                  <a:close/>
                  <a:moveTo>
                    <a:pt x="3461" y="132"/>
                  </a:moveTo>
                  <a:lnTo>
                    <a:pt x="3461" y="256"/>
                  </a:lnTo>
                  <a:lnTo>
                    <a:pt x="3430" y="258"/>
                  </a:lnTo>
                  <a:lnTo>
                    <a:pt x="3403" y="262"/>
                  </a:lnTo>
                  <a:lnTo>
                    <a:pt x="3379" y="268"/>
                  </a:lnTo>
                  <a:lnTo>
                    <a:pt x="3360" y="279"/>
                  </a:lnTo>
                  <a:lnTo>
                    <a:pt x="3345" y="292"/>
                  </a:lnTo>
                  <a:lnTo>
                    <a:pt x="3334" y="310"/>
                  </a:lnTo>
                  <a:lnTo>
                    <a:pt x="3327" y="332"/>
                  </a:lnTo>
                  <a:lnTo>
                    <a:pt x="3324" y="358"/>
                  </a:lnTo>
                  <a:lnTo>
                    <a:pt x="3324" y="592"/>
                  </a:lnTo>
                  <a:lnTo>
                    <a:pt x="3198" y="592"/>
                  </a:lnTo>
                  <a:lnTo>
                    <a:pt x="3198" y="138"/>
                  </a:lnTo>
                  <a:lnTo>
                    <a:pt x="3324" y="138"/>
                  </a:lnTo>
                  <a:lnTo>
                    <a:pt x="3324" y="220"/>
                  </a:lnTo>
                  <a:lnTo>
                    <a:pt x="3339" y="193"/>
                  </a:lnTo>
                  <a:lnTo>
                    <a:pt x="3357" y="171"/>
                  </a:lnTo>
                  <a:lnTo>
                    <a:pt x="3377" y="153"/>
                  </a:lnTo>
                  <a:lnTo>
                    <a:pt x="3401" y="141"/>
                  </a:lnTo>
                  <a:lnTo>
                    <a:pt x="3430" y="134"/>
                  </a:lnTo>
                  <a:lnTo>
                    <a:pt x="3461" y="132"/>
                  </a:lnTo>
                  <a:close/>
                  <a:moveTo>
                    <a:pt x="3715" y="128"/>
                  </a:moveTo>
                  <a:lnTo>
                    <a:pt x="3746" y="129"/>
                  </a:lnTo>
                  <a:lnTo>
                    <a:pt x="3775" y="134"/>
                  </a:lnTo>
                  <a:lnTo>
                    <a:pt x="3802" y="142"/>
                  </a:lnTo>
                  <a:lnTo>
                    <a:pt x="3827" y="154"/>
                  </a:lnTo>
                  <a:lnTo>
                    <a:pt x="3850" y="170"/>
                  </a:lnTo>
                  <a:lnTo>
                    <a:pt x="3872" y="188"/>
                  </a:lnTo>
                  <a:lnTo>
                    <a:pt x="3888" y="211"/>
                  </a:lnTo>
                  <a:lnTo>
                    <a:pt x="3903" y="237"/>
                  </a:lnTo>
                  <a:lnTo>
                    <a:pt x="3913" y="268"/>
                  </a:lnTo>
                  <a:lnTo>
                    <a:pt x="3920" y="303"/>
                  </a:lnTo>
                  <a:lnTo>
                    <a:pt x="3923" y="342"/>
                  </a:lnTo>
                  <a:lnTo>
                    <a:pt x="3923" y="397"/>
                  </a:lnTo>
                  <a:lnTo>
                    <a:pt x="3628" y="397"/>
                  </a:lnTo>
                  <a:lnTo>
                    <a:pt x="3631" y="424"/>
                  </a:lnTo>
                  <a:lnTo>
                    <a:pt x="3637" y="448"/>
                  </a:lnTo>
                  <a:lnTo>
                    <a:pt x="3646" y="468"/>
                  </a:lnTo>
                  <a:lnTo>
                    <a:pt x="3657" y="483"/>
                  </a:lnTo>
                  <a:lnTo>
                    <a:pt x="3670" y="495"/>
                  </a:lnTo>
                  <a:lnTo>
                    <a:pt x="3685" y="504"/>
                  </a:lnTo>
                  <a:lnTo>
                    <a:pt x="3703" y="508"/>
                  </a:lnTo>
                  <a:lnTo>
                    <a:pt x="3722" y="510"/>
                  </a:lnTo>
                  <a:lnTo>
                    <a:pt x="3745" y="507"/>
                  </a:lnTo>
                  <a:lnTo>
                    <a:pt x="3764" y="501"/>
                  </a:lnTo>
                  <a:lnTo>
                    <a:pt x="3780" y="493"/>
                  </a:lnTo>
                  <a:lnTo>
                    <a:pt x="3791" y="481"/>
                  </a:lnTo>
                  <a:lnTo>
                    <a:pt x="3800" y="466"/>
                  </a:lnTo>
                  <a:lnTo>
                    <a:pt x="3806" y="451"/>
                  </a:lnTo>
                  <a:lnTo>
                    <a:pt x="3923" y="451"/>
                  </a:lnTo>
                  <a:lnTo>
                    <a:pt x="3916" y="478"/>
                  </a:lnTo>
                  <a:lnTo>
                    <a:pt x="3905" y="504"/>
                  </a:lnTo>
                  <a:lnTo>
                    <a:pt x="3891" y="528"/>
                  </a:lnTo>
                  <a:lnTo>
                    <a:pt x="3872" y="549"/>
                  </a:lnTo>
                  <a:lnTo>
                    <a:pt x="3849" y="567"/>
                  </a:lnTo>
                  <a:lnTo>
                    <a:pt x="3823" y="582"/>
                  </a:lnTo>
                  <a:lnTo>
                    <a:pt x="3791" y="592"/>
                  </a:lnTo>
                  <a:lnTo>
                    <a:pt x="3758" y="600"/>
                  </a:lnTo>
                  <a:lnTo>
                    <a:pt x="3720" y="602"/>
                  </a:lnTo>
                  <a:lnTo>
                    <a:pt x="3685" y="600"/>
                  </a:lnTo>
                  <a:lnTo>
                    <a:pt x="3653" y="594"/>
                  </a:lnTo>
                  <a:lnTo>
                    <a:pt x="3623" y="584"/>
                  </a:lnTo>
                  <a:lnTo>
                    <a:pt x="3597" y="571"/>
                  </a:lnTo>
                  <a:lnTo>
                    <a:pt x="3572" y="554"/>
                  </a:lnTo>
                  <a:lnTo>
                    <a:pt x="3551" y="532"/>
                  </a:lnTo>
                  <a:lnTo>
                    <a:pt x="3533" y="508"/>
                  </a:lnTo>
                  <a:lnTo>
                    <a:pt x="3519" y="480"/>
                  </a:lnTo>
                  <a:lnTo>
                    <a:pt x="3508" y="447"/>
                  </a:lnTo>
                  <a:lnTo>
                    <a:pt x="3502" y="411"/>
                  </a:lnTo>
                  <a:lnTo>
                    <a:pt x="3500" y="372"/>
                  </a:lnTo>
                  <a:lnTo>
                    <a:pt x="3500" y="363"/>
                  </a:lnTo>
                  <a:lnTo>
                    <a:pt x="3502" y="324"/>
                  </a:lnTo>
                  <a:lnTo>
                    <a:pt x="3510" y="288"/>
                  </a:lnTo>
                  <a:lnTo>
                    <a:pt x="3520" y="255"/>
                  </a:lnTo>
                  <a:lnTo>
                    <a:pt x="3535" y="225"/>
                  </a:lnTo>
                  <a:lnTo>
                    <a:pt x="3553" y="200"/>
                  </a:lnTo>
                  <a:lnTo>
                    <a:pt x="3573" y="178"/>
                  </a:lnTo>
                  <a:lnTo>
                    <a:pt x="3597" y="160"/>
                  </a:lnTo>
                  <a:lnTo>
                    <a:pt x="3624" y="146"/>
                  </a:lnTo>
                  <a:lnTo>
                    <a:pt x="3653" y="136"/>
                  </a:lnTo>
                  <a:lnTo>
                    <a:pt x="3683" y="130"/>
                  </a:lnTo>
                  <a:lnTo>
                    <a:pt x="3715" y="128"/>
                  </a:lnTo>
                  <a:close/>
                  <a:moveTo>
                    <a:pt x="2170" y="128"/>
                  </a:moveTo>
                  <a:lnTo>
                    <a:pt x="2197" y="129"/>
                  </a:lnTo>
                  <a:lnTo>
                    <a:pt x="2222" y="135"/>
                  </a:lnTo>
                  <a:lnTo>
                    <a:pt x="2243" y="145"/>
                  </a:lnTo>
                  <a:lnTo>
                    <a:pt x="2261" y="158"/>
                  </a:lnTo>
                  <a:lnTo>
                    <a:pt x="2278" y="176"/>
                  </a:lnTo>
                  <a:lnTo>
                    <a:pt x="2291" y="198"/>
                  </a:lnTo>
                  <a:lnTo>
                    <a:pt x="2300" y="223"/>
                  </a:lnTo>
                  <a:lnTo>
                    <a:pt x="2305" y="253"/>
                  </a:lnTo>
                  <a:lnTo>
                    <a:pt x="2308" y="288"/>
                  </a:lnTo>
                  <a:lnTo>
                    <a:pt x="2308" y="592"/>
                  </a:lnTo>
                  <a:lnTo>
                    <a:pt x="2181" y="592"/>
                  </a:lnTo>
                  <a:lnTo>
                    <a:pt x="2181" y="307"/>
                  </a:lnTo>
                  <a:lnTo>
                    <a:pt x="2180" y="283"/>
                  </a:lnTo>
                  <a:lnTo>
                    <a:pt x="2174" y="264"/>
                  </a:lnTo>
                  <a:lnTo>
                    <a:pt x="2165" y="249"/>
                  </a:lnTo>
                  <a:lnTo>
                    <a:pt x="2151" y="238"/>
                  </a:lnTo>
                  <a:lnTo>
                    <a:pt x="2135" y="232"/>
                  </a:lnTo>
                  <a:lnTo>
                    <a:pt x="2114" y="230"/>
                  </a:lnTo>
                  <a:lnTo>
                    <a:pt x="2095" y="232"/>
                  </a:lnTo>
                  <a:lnTo>
                    <a:pt x="2079" y="237"/>
                  </a:lnTo>
                  <a:lnTo>
                    <a:pt x="2064" y="246"/>
                  </a:lnTo>
                  <a:lnTo>
                    <a:pt x="2052" y="258"/>
                  </a:lnTo>
                  <a:lnTo>
                    <a:pt x="2043" y="273"/>
                  </a:lnTo>
                  <a:lnTo>
                    <a:pt x="2037" y="292"/>
                  </a:lnTo>
                  <a:lnTo>
                    <a:pt x="2034" y="315"/>
                  </a:lnTo>
                  <a:lnTo>
                    <a:pt x="2034" y="592"/>
                  </a:lnTo>
                  <a:lnTo>
                    <a:pt x="1908" y="592"/>
                  </a:lnTo>
                  <a:lnTo>
                    <a:pt x="1908" y="138"/>
                  </a:lnTo>
                  <a:lnTo>
                    <a:pt x="2034" y="138"/>
                  </a:lnTo>
                  <a:lnTo>
                    <a:pt x="2034" y="205"/>
                  </a:lnTo>
                  <a:lnTo>
                    <a:pt x="2045" y="188"/>
                  </a:lnTo>
                  <a:lnTo>
                    <a:pt x="2059" y="171"/>
                  </a:lnTo>
                  <a:lnTo>
                    <a:pt x="2076" y="157"/>
                  </a:lnTo>
                  <a:lnTo>
                    <a:pt x="2095" y="145"/>
                  </a:lnTo>
                  <a:lnTo>
                    <a:pt x="2118" y="136"/>
                  </a:lnTo>
                  <a:lnTo>
                    <a:pt x="2143" y="130"/>
                  </a:lnTo>
                  <a:lnTo>
                    <a:pt x="2170" y="128"/>
                  </a:lnTo>
                  <a:close/>
                  <a:moveTo>
                    <a:pt x="1623" y="128"/>
                  </a:moveTo>
                  <a:lnTo>
                    <a:pt x="1653" y="129"/>
                  </a:lnTo>
                  <a:lnTo>
                    <a:pt x="1682" y="134"/>
                  </a:lnTo>
                  <a:lnTo>
                    <a:pt x="1709" y="142"/>
                  </a:lnTo>
                  <a:lnTo>
                    <a:pt x="1736" y="154"/>
                  </a:lnTo>
                  <a:lnTo>
                    <a:pt x="1758" y="170"/>
                  </a:lnTo>
                  <a:lnTo>
                    <a:pt x="1779" y="188"/>
                  </a:lnTo>
                  <a:lnTo>
                    <a:pt x="1797" y="211"/>
                  </a:lnTo>
                  <a:lnTo>
                    <a:pt x="1811" y="237"/>
                  </a:lnTo>
                  <a:lnTo>
                    <a:pt x="1822" y="268"/>
                  </a:lnTo>
                  <a:lnTo>
                    <a:pt x="1828" y="303"/>
                  </a:lnTo>
                  <a:lnTo>
                    <a:pt x="1830" y="342"/>
                  </a:lnTo>
                  <a:lnTo>
                    <a:pt x="1830" y="397"/>
                  </a:lnTo>
                  <a:lnTo>
                    <a:pt x="1536" y="397"/>
                  </a:lnTo>
                  <a:lnTo>
                    <a:pt x="1540" y="424"/>
                  </a:lnTo>
                  <a:lnTo>
                    <a:pt x="1546" y="448"/>
                  </a:lnTo>
                  <a:lnTo>
                    <a:pt x="1554" y="468"/>
                  </a:lnTo>
                  <a:lnTo>
                    <a:pt x="1565" y="483"/>
                  </a:lnTo>
                  <a:lnTo>
                    <a:pt x="1578" y="495"/>
                  </a:lnTo>
                  <a:lnTo>
                    <a:pt x="1594" y="504"/>
                  </a:lnTo>
                  <a:lnTo>
                    <a:pt x="1610" y="508"/>
                  </a:lnTo>
                  <a:lnTo>
                    <a:pt x="1631" y="510"/>
                  </a:lnTo>
                  <a:lnTo>
                    <a:pt x="1652" y="507"/>
                  </a:lnTo>
                  <a:lnTo>
                    <a:pt x="1671" y="501"/>
                  </a:lnTo>
                  <a:lnTo>
                    <a:pt x="1687" y="493"/>
                  </a:lnTo>
                  <a:lnTo>
                    <a:pt x="1699" y="481"/>
                  </a:lnTo>
                  <a:lnTo>
                    <a:pt x="1707" y="466"/>
                  </a:lnTo>
                  <a:lnTo>
                    <a:pt x="1713" y="451"/>
                  </a:lnTo>
                  <a:lnTo>
                    <a:pt x="1830" y="451"/>
                  </a:lnTo>
                  <a:lnTo>
                    <a:pt x="1823" y="478"/>
                  </a:lnTo>
                  <a:lnTo>
                    <a:pt x="1812" y="504"/>
                  </a:lnTo>
                  <a:lnTo>
                    <a:pt x="1798" y="528"/>
                  </a:lnTo>
                  <a:lnTo>
                    <a:pt x="1779" y="549"/>
                  </a:lnTo>
                  <a:lnTo>
                    <a:pt x="1756" y="567"/>
                  </a:lnTo>
                  <a:lnTo>
                    <a:pt x="1730" y="582"/>
                  </a:lnTo>
                  <a:lnTo>
                    <a:pt x="1700" y="592"/>
                  </a:lnTo>
                  <a:lnTo>
                    <a:pt x="1665" y="600"/>
                  </a:lnTo>
                  <a:lnTo>
                    <a:pt x="1628" y="602"/>
                  </a:lnTo>
                  <a:lnTo>
                    <a:pt x="1594" y="600"/>
                  </a:lnTo>
                  <a:lnTo>
                    <a:pt x="1561" y="594"/>
                  </a:lnTo>
                  <a:lnTo>
                    <a:pt x="1531" y="584"/>
                  </a:lnTo>
                  <a:lnTo>
                    <a:pt x="1504" y="571"/>
                  </a:lnTo>
                  <a:lnTo>
                    <a:pt x="1480" y="554"/>
                  </a:lnTo>
                  <a:lnTo>
                    <a:pt x="1459" y="532"/>
                  </a:lnTo>
                  <a:lnTo>
                    <a:pt x="1441" y="508"/>
                  </a:lnTo>
                  <a:lnTo>
                    <a:pt x="1426" y="480"/>
                  </a:lnTo>
                  <a:lnTo>
                    <a:pt x="1417" y="447"/>
                  </a:lnTo>
                  <a:lnTo>
                    <a:pt x="1410" y="411"/>
                  </a:lnTo>
                  <a:lnTo>
                    <a:pt x="1408" y="372"/>
                  </a:lnTo>
                  <a:lnTo>
                    <a:pt x="1408" y="363"/>
                  </a:lnTo>
                  <a:lnTo>
                    <a:pt x="1411" y="324"/>
                  </a:lnTo>
                  <a:lnTo>
                    <a:pt x="1417" y="288"/>
                  </a:lnTo>
                  <a:lnTo>
                    <a:pt x="1427" y="255"/>
                  </a:lnTo>
                  <a:lnTo>
                    <a:pt x="1442" y="225"/>
                  </a:lnTo>
                  <a:lnTo>
                    <a:pt x="1460" y="200"/>
                  </a:lnTo>
                  <a:lnTo>
                    <a:pt x="1481" y="178"/>
                  </a:lnTo>
                  <a:lnTo>
                    <a:pt x="1505" y="160"/>
                  </a:lnTo>
                  <a:lnTo>
                    <a:pt x="1531" y="146"/>
                  </a:lnTo>
                  <a:lnTo>
                    <a:pt x="1560" y="136"/>
                  </a:lnTo>
                  <a:lnTo>
                    <a:pt x="1591" y="130"/>
                  </a:lnTo>
                  <a:lnTo>
                    <a:pt x="1623" y="128"/>
                  </a:lnTo>
                  <a:close/>
                  <a:moveTo>
                    <a:pt x="1154" y="128"/>
                  </a:moveTo>
                  <a:lnTo>
                    <a:pt x="1185" y="129"/>
                  </a:lnTo>
                  <a:lnTo>
                    <a:pt x="1214" y="134"/>
                  </a:lnTo>
                  <a:lnTo>
                    <a:pt x="1240" y="142"/>
                  </a:lnTo>
                  <a:lnTo>
                    <a:pt x="1265" y="154"/>
                  </a:lnTo>
                  <a:lnTo>
                    <a:pt x="1288" y="169"/>
                  </a:lnTo>
                  <a:lnTo>
                    <a:pt x="1308" y="188"/>
                  </a:lnTo>
                  <a:lnTo>
                    <a:pt x="1325" y="210"/>
                  </a:lnTo>
                  <a:lnTo>
                    <a:pt x="1338" y="236"/>
                  </a:lnTo>
                  <a:lnTo>
                    <a:pt x="1347" y="266"/>
                  </a:lnTo>
                  <a:lnTo>
                    <a:pt x="1352" y="300"/>
                  </a:lnTo>
                  <a:lnTo>
                    <a:pt x="1232" y="300"/>
                  </a:lnTo>
                  <a:lnTo>
                    <a:pt x="1226" y="278"/>
                  </a:lnTo>
                  <a:lnTo>
                    <a:pt x="1218" y="260"/>
                  </a:lnTo>
                  <a:lnTo>
                    <a:pt x="1208" y="246"/>
                  </a:lnTo>
                  <a:lnTo>
                    <a:pt x="1195" y="235"/>
                  </a:lnTo>
                  <a:lnTo>
                    <a:pt x="1177" y="229"/>
                  </a:lnTo>
                  <a:lnTo>
                    <a:pt x="1156" y="226"/>
                  </a:lnTo>
                  <a:lnTo>
                    <a:pt x="1137" y="228"/>
                  </a:lnTo>
                  <a:lnTo>
                    <a:pt x="1120" y="235"/>
                  </a:lnTo>
                  <a:lnTo>
                    <a:pt x="1105" y="244"/>
                  </a:lnTo>
                  <a:lnTo>
                    <a:pt x="1092" y="259"/>
                  </a:lnTo>
                  <a:lnTo>
                    <a:pt x="1081" y="277"/>
                  </a:lnTo>
                  <a:lnTo>
                    <a:pt x="1073" y="300"/>
                  </a:lnTo>
                  <a:lnTo>
                    <a:pt x="1068" y="327"/>
                  </a:lnTo>
                  <a:lnTo>
                    <a:pt x="1066" y="358"/>
                  </a:lnTo>
                  <a:lnTo>
                    <a:pt x="1066" y="372"/>
                  </a:lnTo>
                  <a:lnTo>
                    <a:pt x="1068" y="404"/>
                  </a:lnTo>
                  <a:lnTo>
                    <a:pt x="1073" y="432"/>
                  </a:lnTo>
                  <a:lnTo>
                    <a:pt x="1080" y="456"/>
                  </a:lnTo>
                  <a:lnTo>
                    <a:pt x="1089" y="474"/>
                  </a:lnTo>
                  <a:lnTo>
                    <a:pt x="1103" y="488"/>
                  </a:lnTo>
                  <a:lnTo>
                    <a:pt x="1118" y="498"/>
                  </a:lnTo>
                  <a:lnTo>
                    <a:pt x="1137" y="504"/>
                  </a:lnTo>
                  <a:lnTo>
                    <a:pt x="1158" y="506"/>
                  </a:lnTo>
                  <a:lnTo>
                    <a:pt x="1178" y="504"/>
                  </a:lnTo>
                  <a:lnTo>
                    <a:pt x="1197" y="496"/>
                  </a:lnTo>
                  <a:lnTo>
                    <a:pt x="1212" y="483"/>
                  </a:lnTo>
                  <a:lnTo>
                    <a:pt x="1226" y="468"/>
                  </a:lnTo>
                  <a:lnTo>
                    <a:pt x="1234" y="447"/>
                  </a:lnTo>
                  <a:lnTo>
                    <a:pt x="1240" y="424"/>
                  </a:lnTo>
                  <a:lnTo>
                    <a:pt x="1355" y="424"/>
                  </a:lnTo>
                  <a:lnTo>
                    <a:pt x="1350" y="458"/>
                  </a:lnTo>
                  <a:lnTo>
                    <a:pt x="1340" y="488"/>
                  </a:lnTo>
                  <a:lnTo>
                    <a:pt x="1326" y="517"/>
                  </a:lnTo>
                  <a:lnTo>
                    <a:pt x="1308" y="541"/>
                  </a:lnTo>
                  <a:lnTo>
                    <a:pt x="1285" y="561"/>
                  </a:lnTo>
                  <a:lnTo>
                    <a:pt x="1258" y="579"/>
                  </a:lnTo>
                  <a:lnTo>
                    <a:pt x="1228" y="591"/>
                  </a:lnTo>
                  <a:lnTo>
                    <a:pt x="1192" y="598"/>
                  </a:lnTo>
                  <a:lnTo>
                    <a:pt x="1154" y="602"/>
                  </a:lnTo>
                  <a:lnTo>
                    <a:pt x="1120" y="600"/>
                  </a:lnTo>
                  <a:lnTo>
                    <a:pt x="1088" y="594"/>
                  </a:lnTo>
                  <a:lnTo>
                    <a:pt x="1060" y="584"/>
                  </a:lnTo>
                  <a:lnTo>
                    <a:pt x="1033" y="571"/>
                  </a:lnTo>
                  <a:lnTo>
                    <a:pt x="1009" y="553"/>
                  </a:lnTo>
                  <a:lnTo>
                    <a:pt x="988" y="532"/>
                  </a:lnTo>
                  <a:lnTo>
                    <a:pt x="970" y="507"/>
                  </a:lnTo>
                  <a:lnTo>
                    <a:pt x="957" y="478"/>
                  </a:lnTo>
                  <a:lnTo>
                    <a:pt x="946" y="446"/>
                  </a:lnTo>
                  <a:lnTo>
                    <a:pt x="939" y="410"/>
                  </a:lnTo>
                  <a:lnTo>
                    <a:pt x="938" y="369"/>
                  </a:lnTo>
                  <a:lnTo>
                    <a:pt x="938" y="363"/>
                  </a:lnTo>
                  <a:lnTo>
                    <a:pt x="939" y="324"/>
                  </a:lnTo>
                  <a:lnTo>
                    <a:pt x="946" y="286"/>
                  </a:lnTo>
                  <a:lnTo>
                    <a:pt x="957" y="254"/>
                  </a:lnTo>
                  <a:lnTo>
                    <a:pt x="972" y="225"/>
                  </a:lnTo>
                  <a:lnTo>
                    <a:pt x="990" y="199"/>
                  </a:lnTo>
                  <a:lnTo>
                    <a:pt x="1012" y="177"/>
                  </a:lnTo>
                  <a:lnTo>
                    <a:pt x="1036" y="160"/>
                  </a:lnTo>
                  <a:lnTo>
                    <a:pt x="1063" y="146"/>
                  </a:lnTo>
                  <a:lnTo>
                    <a:pt x="1092" y="136"/>
                  </a:lnTo>
                  <a:lnTo>
                    <a:pt x="1122" y="130"/>
                  </a:lnTo>
                  <a:lnTo>
                    <a:pt x="1154" y="128"/>
                  </a:lnTo>
                  <a:close/>
                  <a:moveTo>
                    <a:pt x="683" y="128"/>
                  </a:moveTo>
                  <a:lnTo>
                    <a:pt x="714" y="129"/>
                  </a:lnTo>
                  <a:lnTo>
                    <a:pt x="743" y="134"/>
                  </a:lnTo>
                  <a:lnTo>
                    <a:pt x="769" y="142"/>
                  </a:lnTo>
                  <a:lnTo>
                    <a:pt x="794" y="154"/>
                  </a:lnTo>
                  <a:lnTo>
                    <a:pt x="817" y="169"/>
                  </a:lnTo>
                  <a:lnTo>
                    <a:pt x="837" y="188"/>
                  </a:lnTo>
                  <a:lnTo>
                    <a:pt x="854" y="210"/>
                  </a:lnTo>
                  <a:lnTo>
                    <a:pt x="867" y="236"/>
                  </a:lnTo>
                  <a:lnTo>
                    <a:pt x="877" y="266"/>
                  </a:lnTo>
                  <a:lnTo>
                    <a:pt x="882" y="300"/>
                  </a:lnTo>
                  <a:lnTo>
                    <a:pt x="761" y="300"/>
                  </a:lnTo>
                  <a:lnTo>
                    <a:pt x="755" y="278"/>
                  </a:lnTo>
                  <a:lnTo>
                    <a:pt x="748" y="260"/>
                  </a:lnTo>
                  <a:lnTo>
                    <a:pt x="737" y="246"/>
                  </a:lnTo>
                  <a:lnTo>
                    <a:pt x="724" y="235"/>
                  </a:lnTo>
                  <a:lnTo>
                    <a:pt x="706" y="229"/>
                  </a:lnTo>
                  <a:lnTo>
                    <a:pt x="686" y="226"/>
                  </a:lnTo>
                  <a:lnTo>
                    <a:pt x="667" y="228"/>
                  </a:lnTo>
                  <a:lnTo>
                    <a:pt x="650" y="235"/>
                  </a:lnTo>
                  <a:lnTo>
                    <a:pt x="634" y="244"/>
                  </a:lnTo>
                  <a:lnTo>
                    <a:pt x="621" y="259"/>
                  </a:lnTo>
                  <a:lnTo>
                    <a:pt x="610" y="277"/>
                  </a:lnTo>
                  <a:lnTo>
                    <a:pt x="602" y="300"/>
                  </a:lnTo>
                  <a:lnTo>
                    <a:pt x="597" y="327"/>
                  </a:lnTo>
                  <a:lnTo>
                    <a:pt x="595" y="358"/>
                  </a:lnTo>
                  <a:lnTo>
                    <a:pt x="595" y="372"/>
                  </a:lnTo>
                  <a:lnTo>
                    <a:pt x="597" y="404"/>
                  </a:lnTo>
                  <a:lnTo>
                    <a:pt x="601" y="432"/>
                  </a:lnTo>
                  <a:lnTo>
                    <a:pt x="609" y="456"/>
                  </a:lnTo>
                  <a:lnTo>
                    <a:pt x="619" y="474"/>
                  </a:lnTo>
                  <a:lnTo>
                    <a:pt x="632" y="488"/>
                  </a:lnTo>
                  <a:lnTo>
                    <a:pt x="647" y="498"/>
                  </a:lnTo>
                  <a:lnTo>
                    <a:pt x="667" y="504"/>
                  </a:lnTo>
                  <a:lnTo>
                    <a:pt x="687" y="506"/>
                  </a:lnTo>
                  <a:lnTo>
                    <a:pt x="707" y="504"/>
                  </a:lnTo>
                  <a:lnTo>
                    <a:pt x="726" y="496"/>
                  </a:lnTo>
                  <a:lnTo>
                    <a:pt x="742" y="483"/>
                  </a:lnTo>
                  <a:lnTo>
                    <a:pt x="755" y="468"/>
                  </a:lnTo>
                  <a:lnTo>
                    <a:pt x="763" y="447"/>
                  </a:lnTo>
                  <a:lnTo>
                    <a:pt x="769" y="424"/>
                  </a:lnTo>
                  <a:lnTo>
                    <a:pt x="884" y="424"/>
                  </a:lnTo>
                  <a:lnTo>
                    <a:pt x="879" y="458"/>
                  </a:lnTo>
                  <a:lnTo>
                    <a:pt x="870" y="488"/>
                  </a:lnTo>
                  <a:lnTo>
                    <a:pt x="855" y="517"/>
                  </a:lnTo>
                  <a:lnTo>
                    <a:pt x="837" y="541"/>
                  </a:lnTo>
                  <a:lnTo>
                    <a:pt x="815" y="561"/>
                  </a:lnTo>
                  <a:lnTo>
                    <a:pt x="787" y="579"/>
                  </a:lnTo>
                  <a:lnTo>
                    <a:pt x="756" y="591"/>
                  </a:lnTo>
                  <a:lnTo>
                    <a:pt x="722" y="598"/>
                  </a:lnTo>
                  <a:lnTo>
                    <a:pt x="683" y="602"/>
                  </a:lnTo>
                  <a:lnTo>
                    <a:pt x="650" y="600"/>
                  </a:lnTo>
                  <a:lnTo>
                    <a:pt x="618" y="594"/>
                  </a:lnTo>
                  <a:lnTo>
                    <a:pt x="589" y="584"/>
                  </a:lnTo>
                  <a:lnTo>
                    <a:pt x="563" y="571"/>
                  </a:lnTo>
                  <a:lnTo>
                    <a:pt x="539" y="553"/>
                  </a:lnTo>
                  <a:lnTo>
                    <a:pt x="517" y="532"/>
                  </a:lnTo>
                  <a:lnTo>
                    <a:pt x="499" y="507"/>
                  </a:lnTo>
                  <a:lnTo>
                    <a:pt x="485" y="478"/>
                  </a:lnTo>
                  <a:lnTo>
                    <a:pt x="475" y="446"/>
                  </a:lnTo>
                  <a:lnTo>
                    <a:pt x="468" y="410"/>
                  </a:lnTo>
                  <a:lnTo>
                    <a:pt x="466" y="369"/>
                  </a:lnTo>
                  <a:lnTo>
                    <a:pt x="466" y="363"/>
                  </a:lnTo>
                  <a:lnTo>
                    <a:pt x="468" y="324"/>
                  </a:lnTo>
                  <a:lnTo>
                    <a:pt x="475" y="286"/>
                  </a:lnTo>
                  <a:lnTo>
                    <a:pt x="486" y="254"/>
                  </a:lnTo>
                  <a:lnTo>
                    <a:pt x="502" y="225"/>
                  </a:lnTo>
                  <a:lnTo>
                    <a:pt x="520" y="199"/>
                  </a:lnTo>
                  <a:lnTo>
                    <a:pt x="541" y="177"/>
                  </a:lnTo>
                  <a:lnTo>
                    <a:pt x="565" y="160"/>
                  </a:lnTo>
                  <a:lnTo>
                    <a:pt x="591" y="146"/>
                  </a:lnTo>
                  <a:lnTo>
                    <a:pt x="621" y="136"/>
                  </a:lnTo>
                  <a:lnTo>
                    <a:pt x="651" y="130"/>
                  </a:lnTo>
                  <a:lnTo>
                    <a:pt x="683" y="128"/>
                  </a:lnTo>
                  <a:close/>
                  <a:moveTo>
                    <a:pt x="209" y="128"/>
                  </a:moveTo>
                  <a:lnTo>
                    <a:pt x="241" y="129"/>
                  </a:lnTo>
                  <a:lnTo>
                    <a:pt x="271" y="134"/>
                  </a:lnTo>
                  <a:lnTo>
                    <a:pt x="297" y="141"/>
                  </a:lnTo>
                  <a:lnTo>
                    <a:pt x="323" y="152"/>
                  </a:lnTo>
                  <a:lnTo>
                    <a:pt x="344" y="165"/>
                  </a:lnTo>
                  <a:lnTo>
                    <a:pt x="362" y="183"/>
                  </a:lnTo>
                  <a:lnTo>
                    <a:pt x="376" y="204"/>
                  </a:lnTo>
                  <a:lnTo>
                    <a:pt x="387" y="228"/>
                  </a:lnTo>
                  <a:lnTo>
                    <a:pt x="394" y="256"/>
                  </a:lnTo>
                  <a:lnTo>
                    <a:pt x="397" y="288"/>
                  </a:lnTo>
                  <a:lnTo>
                    <a:pt x="397" y="592"/>
                  </a:lnTo>
                  <a:lnTo>
                    <a:pt x="272" y="592"/>
                  </a:lnTo>
                  <a:lnTo>
                    <a:pt x="272" y="540"/>
                  </a:lnTo>
                  <a:lnTo>
                    <a:pt x="260" y="556"/>
                  </a:lnTo>
                  <a:lnTo>
                    <a:pt x="245" y="571"/>
                  </a:lnTo>
                  <a:lnTo>
                    <a:pt x="226" y="583"/>
                  </a:lnTo>
                  <a:lnTo>
                    <a:pt x="203" y="592"/>
                  </a:lnTo>
                  <a:lnTo>
                    <a:pt x="178" y="600"/>
                  </a:lnTo>
                  <a:lnTo>
                    <a:pt x="149" y="602"/>
                  </a:lnTo>
                  <a:lnTo>
                    <a:pt x="122" y="600"/>
                  </a:lnTo>
                  <a:lnTo>
                    <a:pt x="97" y="595"/>
                  </a:lnTo>
                  <a:lnTo>
                    <a:pt x="74" y="588"/>
                  </a:lnTo>
                  <a:lnTo>
                    <a:pt x="54" y="576"/>
                  </a:lnTo>
                  <a:lnTo>
                    <a:pt x="36" y="561"/>
                  </a:lnTo>
                  <a:lnTo>
                    <a:pt x="20" y="543"/>
                  </a:lnTo>
                  <a:lnTo>
                    <a:pt x="10" y="522"/>
                  </a:lnTo>
                  <a:lnTo>
                    <a:pt x="2" y="496"/>
                  </a:lnTo>
                  <a:lnTo>
                    <a:pt x="0" y="468"/>
                  </a:lnTo>
                  <a:lnTo>
                    <a:pt x="0" y="463"/>
                  </a:lnTo>
                  <a:lnTo>
                    <a:pt x="2" y="434"/>
                  </a:lnTo>
                  <a:lnTo>
                    <a:pt x="10" y="409"/>
                  </a:lnTo>
                  <a:lnTo>
                    <a:pt x="20" y="387"/>
                  </a:lnTo>
                  <a:lnTo>
                    <a:pt x="35" y="368"/>
                  </a:lnTo>
                  <a:lnTo>
                    <a:pt x="53" y="352"/>
                  </a:lnTo>
                  <a:lnTo>
                    <a:pt x="74" y="340"/>
                  </a:lnTo>
                  <a:lnTo>
                    <a:pt x="98" y="331"/>
                  </a:lnTo>
                  <a:lnTo>
                    <a:pt x="124" y="322"/>
                  </a:lnTo>
                  <a:lnTo>
                    <a:pt x="153" y="318"/>
                  </a:lnTo>
                  <a:lnTo>
                    <a:pt x="183" y="315"/>
                  </a:lnTo>
                  <a:lnTo>
                    <a:pt x="214" y="314"/>
                  </a:lnTo>
                  <a:lnTo>
                    <a:pt x="270" y="314"/>
                  </a:lnTo>
                  <a:lnTo>
                    <a:pt x="270" y="292"/>
                  </a:lnTo>
                  <a:lnTo>
                    <a:pt x="269" y="271"/>
                  </a:lnTo>
                  <a:lnTo>
                    <a:pt x="263" y="253"/>
                  </a:lnTo>
                  <a:lnTo>
                    <a:pt x="254" y="238"/>
                  </a:lnTo>
                  <a:lnTo>
                    <a:pt x="241" y="228"/>
                  </a:lnTo>
                  <a:lnTo>
                    <a:pt x="225" y="222"/>
                  </a:lnTo>
                  <a:lnTo>
                    <a:pt x="203" y="219"/>
                  </a:lnTo>
                  <a:lnTo>
                    <a:pt x="184" y="222"/>
                  </a:lnTo>
                  <a:lnTo>
                    <a:pt x="167" y="226"/>
                  </a:lnTo>
                  <a:lnTo>
                    <a:pt x="154" y="236"/>
                  </a:lnTo>
                  <a:lnTo>
                    <a:pt x="145" y="248"/>
                  </a:lnTo>
                  <a:lnTo>
                    <a:pt x="139" y="262"/>
                  </a:lnTo>
                  <a:lnTo>
                    <a:pt x="135" y="278"/>
                  </a:lnTo>
                  <a:lnTo>
                    <a:pt x="14" y="278"/>
                  </a:lnTo>
                  <a:lnTo>
                    <a:pt x="19" y="247"/>
                  </a:lnTo>
                  <a:lnTo>
                    <a:pt x="30" y="219"/>
                  </a:lnTo>
                  <a:lnTo>
                    <a:pt x="44" y="194"/>
                  </a:lnTo>
                  <a:lnTo>
                    <a:pt x="63" y="174"/>
                  </a:lnTo>
                  <a:lnTo>
                    <a:pt x="86" y="158"/>
                  </a:lnTo>
                  <a:lnTo>
                    <a:pt x="113" y="145"/>
                  </a:lnTo>
                  <a:lnTo>
                    <a:pt x="142" y="135"/>
                  </a:lnTo>
                  <a:lnTo>
                    <a:pt x="174" y="129"/>
                  </a:lnTo>
                  <a:lnTo>
                    <a:pt x="209" y="128"/>
                  </a:lnTo>
                  <a:close/>
                  <a:moveTo>
                    <a:pt x="2544" y="0"/>
                  </a:moveTo>
                  <a:lnTo>
                    <a:pt x="2544" y="138"/>
                  </a:lnTo>
                  <a:lnTo>
                    <a:pt x="2630" y="138"/>
                  </a:lnTo>
                  <a:lnTo>
                    <a:pt x="2630" y="232"/>
                  </a:lnTo>
                  <a:lnTo>
                    <a:pt x="2544" y="232"/>
                  </a:lnTo>
                  <a:lnTo>
                    <a:pt x="2544" y="447"/>
                  </a:lnTo>
                  <a:lnTo>
                    <a:pt x="2546" y="466"/>
                  </a:lnTo>
                  <a:lnTo>
                    <a:pt x="2552" y="480"/>
                  </a:lnTo>
                  <a:lnTo>
                    <a:pt x="2560" y="489"/>
                  </a:lnTo>
                  <a:lnTo>
                    <a:pt x="2573" y="495"/>
                  </a:lnTo>
                  <a:lnTo>
                    <a:pt x="2589" y="498"/>
                  </a:lnTo>
                  <a:lnTo>
                    <a:pt x="2605" y="496"/>
                  </a:lnTo>
                  <a:lnTo>
                    <a:pt x="2621" y="494"/>
                  </a:lnTo>
                  <a:lnTo>
                    <a:pt x="2633" y="489"/>
                  </a:lnTo>
                  <a:lnTo>
                    <a:pt x="2633" y="589"/>
                  </a:lnTo>
                  <a:lnTo>
                    <a:pt x="2615" y="594"/>
                  </a:lnTo>
                  <a:lnTo>
                    <a:pt x="2591" y="597"/>
                  </a:lnTo>
                  <a:lnTo>
                    <a:pt x="2562" y="598"/>
                  </a:lnTo>
                  <a:lnTo>
                    <a:pt x="2528" y="596"/>
                  </a:lnTo>
                  <a:lnTo>
                    <a:pt x="2498" y="590"/>
                  </a:lnTo>
                  <a:lnTo>
                    <a:pt x="2473" y="579"/>
                  </a:lnTo>
                  <a:lnTo>
                    <a:pt x="2452" y="564"/>
                  </a:lnTo>
                  <a:lnTo>
                    <a:pt x="2437" y="544"/>
                  </a:lnTo>
                  <a:lnTo>
                    <a:pt x="2426" y="522"/>
                  </a:lnTo>
                  <a:lnTo>
                    <a:pt x="2419" y="493"/>
                  </a:lnTo>
                  <a:lnTo>
                    <a:pt x="2417" y="460"/>
                  </a:lnTo>
                  <a:lnTo>
                    <a:pt x="2417" y="232"/>
                  </a:lnTo>
                  <a:lnTo>
                    <a:pt x="2364" y="232"/>
                  </a:lnTo>
                  <a:lnTo>
                    <a:pt x="2364" y="138"/>
                  </a:lnTo>
                  <a:lnTo>
                    <a:pt x="2417" y="138"/>
                  </a:lnTo>
                  <a:lnTo>
                    <a:pt x="2417" y="52"/>
                  </a:lnTo>
                  <a:lnTo>
                    <a:pt x="2544" y="0"/>
                  </a:lnTo>
                  <a:close/>
                </a:path>
              </a:pathLst>
            </a:custGeom>
            <a:solidFill>
              <a:schemeClr val="tx1"/>
            </a:solidFill>
            <a:ln w="0">
              <a:noFill/>
              <a:prstDash val="solid"/>
              <a:round/>
              <a:headEnd/>
              <a:tailEnd/>
            </a:ln>
          </p:spPr>
          <p:txBody>
            <a:bodyPr vert="horz" wrap="square" lIns="56650" tIns="28325" rIns="56650" bIns="28325" numCol="1" anchor="t" anchorCtr="0" compatLnSpc="1">
              <a:prstTxWarp prst="textNoShape">
                <a:avLst/>
              </a:prstTxWarp>
            </a:bodyPr>
            <a:lstStyle/>
            <a:p>
              <a:pPr defTabSz="566471"/>
              <a:endParaRPr lang="en-US" sz="1115" kern="0">
                <a:solidFill>
                  <a:sysClr val="windowText" lastClr="000000"/>
                </a:solidFill>
              </a:endParaRPr>
            </a:p>
          </p:txBody>
        </p:sp>
      </p:grpSp>
      <p:sp>
        <p:nvSpPr>
          <p:cNvPr id="27" name="Parallelogram 26"/>
          <p:cNvSpPr/>
          <p:nvPr userDrawn="1"/>
        </p:nvSpPr>
        <p:spPr>
          <a:xfrm rot="5400000" flipH="1">
            <a:off x="1163926" y="1489918"/>
            <a:ext cx="4173602" cy="6562562"/>
          </a:xfrm>
          <a:prstGeom prst="parallelogram">
            <a:avLst>
              <a:gd name="adj" fmla="val 63990"/>
            </a:avLst>
          </a:prstGeom>
          <a:gradFill flip="none" rotWithShape="1">
            <a:gsLst>
              <a:gs pos="0">
                <a:srgbClr val="00FF00"/>
              </a:gs>
              <a:gs pos="87000">
                <a:srgbClr val="006B09"/>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ndParaRPr>
          </a:p>
        </p:txBody>
      </p:sp>
      <p:sp>
        <p:nvSpPr>
          <p:cNvPr id="29" name="Title 1"/>
          <p:cNvSpPr>
            <a:spLocks noGrp="1"/>
          </p:cNvSpPr>
          <p:nvPr userDrawn="1">
            <p:ph type="ctrTitle" hasCustomPrompt="1"/>
          </p:nvPr>
        </p:nvSpPr>
        <p:spPr>
          <a:xfrm>
            <a:off x="381000" y="3967988"/>
            <a:ext cx="7359811" cy="1984248"/>
          </a:xfrm>
        </p:spPr>
        <p:txBody>
          <a:bodyPr lIns="0" tIns="0" rIns="0" bIns="0" anchor="b" anchorCtr="0">
            <a:noAutofit/>
          </a:bodyPr>
          <a:lstStyle>
            <a:lvl1pPr algn="l">
              <a:lnSpc>
                <a:spcPct val="80000"/>
              </a:lnSpc>
              <a:defRPr sz="8000">
                <a:solidFill>
                  <a:schemeClr val="tx1"/>
                </a:solidFill>
              </a:defRPr>
            </a:lvl1pPr>
          </a:lstStyle>
          <a:p>
            <a:r>
              <a:rPr lang="en-US" dirty="0"/>
              <a:t>Click to edit title</a:t>
            </a:r>
          </a:p>
        </p:txBody>
      </p:sp>
      <p:sp>
        <p:nvSpPr>
          <p:cNvPr id="30" name="Text Placeholder 3"/>
          <p:cNvSpPr>
            <a:spLocks noGrp="1"/>
          </p:cNvSpPr>
          <p:nvPr userDrawn="1">
            <p:ph type="body" sz="quarter" idx="10" hasCustomPrompt="1"/>
          </p:nvPr>
        </p:nvSpPr>
        <p:spPr>
          <a:xfrm>
            <a:off x="381000" y="6098413"/>
            <a:ext cx="7359632" cy="549275"/>
          </a:xfrm>
        </p:spPr>
        <p:txBody>
          <a:bodyPr lIns="0" tIns="0" rIns="0" bIns="0">
            <a:normAutofit/>
          </a:bodyPr>
          <a:lstStyle>
            <a:lvl1pPr algn="l">
              <a:defRPr sz="2800" b="1" cap="all" baseline="0">
                <a:solidFill>
                  <a:schemeClr val="tx1"/>
                </a:solidFill>
                <a:latin typeface="+mj-lt"/>
              </a:defRPr>
            </a:lvl1pPr>
          </a:lstStyle>
          <a:p>
            <a:pPr lvl="0"/>
            <a:r>
              <a:rPr lang="en-US" dirty="0"/>
              <a:t>Click to edit subtitle</a:t>
            </a:r>
          </a:p>
        </p:txBody>
      </p:sp>
      <p:sp>
        <p:nvSpPr>
          <p:cNvPr id="28" name="Parallelogram 27"/>
          <p:cNvSpPr/>
          <p:nvPr userDrawn="1"/>
        </p:nvSpPr>
        <p:spPr>
          <a:xfrm rot="16200000">
            <a:off x="1163926" y="-1194480"/>
            <a:ext cx="4173602" cy="6562562"/>
          </a:xfrm>
          <a:prstGeom prst="parallelogram">
            <a:avLst>
              <a:gd name="adj" fmla="val 63990"/>
            </a:avLst>
          </a:prstGeom>
          <a:solidFill>
            <a:srgbClr val="0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7977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Master: Dark">
    <p:bg>
      <p:bgPr>
        <a:gradFill flip="none" rotWithShape="1">
          <a:gsLst>
            <a:gs pos="48000">
              <a:srgbClr val="F4F4F4"/>
            </a:gs>
            <a:gs pos="100000">
              <a:srgbClr val="E4E4E4"/>
            </a:gs>
          </a:gsLst>
          <a:lin ang="5400000" scaled="0"/>
          <a:tileRect/>
        </a:gradFill>
        <a:effectLst/>
      </p:bgPr>
    </p:bg>
    <p:spTree>
      <p:nvGrpSpPr>
        <p:cNvPr id="1" name=""/>
        <p:cNvGrpSpPr/>
        <p:nvPr/>
      </p:nvGrpSpPr>
      <p:grpSpPr>
        <a:xfrm>
          <a:off x="0" y="0"/>
          <a:ext cx="0" cy="0"/>
          <a:chOff x="0" y="0"/>
          <a:chExt cx="0" cy="0"/>
        </a:xfrm>
      </p:grpSpPr>
      <p:pic>
        <p:nvPicPr>
          <p:cNvPr id="1028" name="Picture 4" descr="Image result for circuit photography"/>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2080" y="0"/>
            <a:ext cx="12224079" cy="6868769"/>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p:cNvSpPr/>
          <p:nvPr userDrawn="1"/>
        </p:nvSpPr>
        <p:spPr>
          <a:xfrm>
            <a:off x="-35668" y="0"/>
            <a:ext cx="12227668" cy="6858000"/>
          </a:xfrm>
          <a:prstGeom prst="rect">
            <a:avLst/>
          </a:prstGeom>
          <a:gradFill>
            <a:gsLst>
              <a:gs pos="28000">
                <a:schemeClr val="bg1">
                  <a:alpha val="67000"/>
                </a:schemeClr>
              </a:gs>
              <a:gs pos="67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0" name="Group 4"/>
          <p:cNvGrpSpPr>
            <a:grpSpLocks noChangeAspect="1"/>
          </p:cNvGrpSpPr>
          <p:nvPr userDrawn="1"/>
        </p:nvGrpSpPr>
        <p:grpSpPr bwMode="auto">
          <a:xfrm>
            <a:off x="10090370" y="442495"/>
            <a:ext cx="1749397" cy="462761"/>
            <a:chOff x="243" y="1559"/>
            <a:chExt cx="1308" cy="346"/>
          </a:xfrm>
        </p:grpSpPr>
        <p:sp>
          <p:nvSpPr>
            <p:cNvPr id="11" name="Freeform 6"/>
            <p:cNvSpPr>
              <a:spLocks/>
            </p:cNvSpPr>
            <p:nvPr/>
          </p:nvSpPr>
          <p:spPr bwMode="auto">
            <a:xfrm>
              <a:off x="1005" y="1559"/>
              <a:ext cx="129" cy="137"/>
            </a:xfrm>
            <a:custGeom>
              <a:avLst/>
              <a:gdLst>
                <a:gd name="T0" fmla="*/ 0 w 387"/>
                <a:gd name="T1" fmla="*/ 0 h 411"/>
                <a:gd name="T2" fmla="*/ 387 w 387"/>
                <a:gd name="T3" fmla="*/ 157 h 411"/>
                <a:gd name="T4" fmla="*/ 387 w 387"/>
                <a:gd name="T5" fmla="*/ 254 h 411"/>
                <a:gd name="T6" fmla="*/ 0 w 387"/>
                <a:gd name="T7" fmla="*/ 411 h 411"/>
                <a:gd name="T8" fmla="*/ 0 w 387"/>
                <a:gd name="T9" fmla="*/ 290 h 411"/>
                <a:gd name="T10" fmla="*/ 226 w 387"/>
                <a:gd name="T11" fmla="*/ 206 h 411"/>
                <a:gd name="T12" fmla="*/ 0 w 387"/>
                <a:gd name="T13" fmla="*/ 117 h 411"/>
                <a:gd name="T14" fmla="*/ 0 w 387"/>
                <a:gd name="T15" fmla="*/ 0 h 4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7" h="411">
                  <a:moveTo>
                    <a:pt x="0" y="0"/>
                  </a:moveTo>
                  <a:lnTo>
                    <a:pt x="387" y="157"/>
                  </a:lnTo>
                  <a:lnTo>
                    <a:pt x="387" y="254"/>
                  </a:lnTo>
                  <a:lnTo>
                    <a:pt x="0" y="411"/>
                  </a:lnTo>
                  <a:lnTo>
                    <a:pt x="0" y="290"/>
                  </a:lnTo>
                  <a:lnTo>
                    <a:pt x="226" y="206"/>
                  </a:lnTo>
                  <a:lnTo>
                    <a:pt x="0" y="117"/>
                  </a:lnTo>
                  <a:lnTo>
                    <a:pt x="0" y="0"/>
                  </a:lnTo>
                  <a:close/>
                </a:path>
              </a:pathLst>
            </a:custGeom>
            <a:solidFill>
              <a:srgbClr val="00D700"/>
            </a:solidFill>
            <a:ln w="0">
              <a:noFill/>
              <a:prstDash val="solid"/>
              <a:round/>
              <a:headEnd/>
              <a:tailEnd/>
            </a:ln>
          </p:spPr>
          <p:txBody>
            <a:bodyPr vert="horz" wrap="square" lIns="56650" tIns="28325" rIns="56650" bIns="28325" numCol="1" anchor="t" anchorCtr="0" compatLnSpc="1">
              <a:prstTxWarp prst="textNoShape">
                <a:avLst/>
              </a:prstTxWarp>
            </a:bodyPr>
            <a:lstStyle/>
            <a:p>
              <a:pPr defTabSz="566471"/>
              <a:endParaRPr lang="en-US" sz="1115" kern="0" dirty="0">
                <a:solidFill>
                  <a:sysClr val="windowText" lastClr="000000"/>
                </a:solidFill>
              </a:endParaRPr>
            </a:p>
          </p:txBody>
        </p:sp>
        <p:sp>
          <p:nvSpPr>
            <p:cNvPr id="12" name="Freeform 7"/>
            <p:cNvSpPr>
              <a:spLocks noEditPoints="1"/>
            </p:cNvSpPr>
            <p:nvPr/>
          </p:nvSpPr>
          <p:spPr bwMode="auto">
            <a:xfrm>
              <a:off x="243" y="1704"/>
              <a:ext cx="1308" cy="201"/>
            </a:xfrm>
            <a:custGeom>
              <a:avLst/>
              <a:gdLst>
                <a:gd name="T0" fmla="*/ 127 w 3923"/>
                <a:gd name="T1" fmla="*/ 475 h 602"/>
                <a:gd name="T2" fmla="*/ 251 w 3923"/>
                <a:gd name="T3" fmla="*/ 489 h 602"/>
                <a:gd name="T4" fmla="*/ 3668 w 3923"/>
                <a:gd name="T5" fmla="*/ 231 h 602"/>
                <a:gd name="T6" fmla="*/ 3770 w 3923"/>
                <a:gd name="T7" fmla="*/ 234 h 602"/>
                <a:gd name="T8" fmla="*/ 1553 w 3923"/>
                <a:gd name="T9" fmla="*/ 261 h 602"/>
                <a:gd name="T10" fmla="*/ 1645 w 3923"/>
                <a:gd name="T11" fmla="*/ 218 h 602"/>
                <a:gd name="T12" fmla="*/ 2880 w 3923"/>
                <a:gd name="T13" fmla="*/ 500 h 602"/>
                <a:gd name="T14" fmla="*/ 2980 w 3923"/>
                <a:gd name="T15" fmla="*/ 138 h 602"/>
                <a:gd name="T16" fmla="*/ 2900 w 3923"/>
                <a:gd name="T17" fmla="*/ 594 h 602"/>
                <a:gd name="T18" fmla="*/ 2716 w 3923"/>
                <a:gd name="T19" fmla="*/ 508 h 602"/>
                <a:gd name="T20" fmla="*/ 3360 w 3923"/>
                <a:gd name="T21" fmla="*/ 279 h 602"/>
                <a:gd name="T22" fmla="*/ 3324 w 3923"/>
                <a:gd name="T23" fmla="*/ 220 h 602"/>
                <a:gd name="T24" fmla="*/ 3775 w 3923"/>
                <a:gd name="T25" fmla="*/ 134 h 602"/>
                <a:gd name="T26" fmla="*/ 3923 w 3923"/>
                <a:gd name="T27" fmla="*/ 342 h 602"/>
                <a:gd name="T28" fmla="*/ 3703 w 3923"/>
                <a:gd name="T29" fmla="*/ 508 h 602"/>
                <a:gd name="T30" fmla="*/ 3916 w 3923"/>
                <a:gd name="T31" fmla="*/ 478 h 602"/>
                <a:gd name="T32" fmla="*/ 3685 w 3923"/>
                <a:gd name="T33" fmla="*/ 600 h 602"/>
                <a:gd name="T34" fmla="*/ 3502 w 3923"/>
                <a:gd name="T35" fmla="*/ 411 h 602"/>
                <a:gd name="T36" fmla="*/ 3597 w 3923"/>
                <a:gd name="T37" fmla="*/ 160 h 602"/>
                <a:gd name="T38" fmla="*/ 2261 w 3923"/>
                <a:gd name="T39" fmla="*/ 158 h 602"/>
                <a:gd name="T40" fmla="*/ 2180 w 3923"/>
                <a:gd name="T41" fmla="*/ 283 h 602"/>
                <a:gd name="T42" fmla="*/ 2052 w 3923"/>
                <a:gd name="T43" fmla="*/ 258 h 602"/>
                <a:gd name="T44" fmla="*/ 2045 w 3923"/>
                <a:gd name="T45" fmla="*/ 188 h 602"/>
                <a:gd name="T46" fmla="*/ 1682 w 3923"/>
                <a:gd name="T47" fmla="*/ 134 h 602"/>
                <a:gd name="T48" fmla="*/ 1830 w 3923"/>
                <a:gd name="T49" fmla="*/ 342 h 602"/>
                <a:gd name="T50" fmla="*/ 1610 w 3923"/>
                <a:gd name="T51" fmla="*/ 508 h 602"/>
                <a:gd name="T52" fmla="*/ 1823 w 3923"/>
                <a:gd name="T53" fmla="*/ 478 h 602"/>
                <a:gd name="T54" fmla="*/ 1594 w 3923"/>
                <a:gd name="T55" fmla="*/ 600 h 602"/>
                <a:gd name="T56" fmla="*/ 1410 w 3923"/>
                <a:gd name="T57" fmla="*/ 411 h 602"/>
                <a:gd name="T58" fmla="*/ 1505 w 3923"/>
                <a:gd name="T59" fmla="*/ 160 h 602"/>
                <a:gd name="T60" fmla="*/ 1265 w 3923"/>
                <a:gd name="T61" fmla="*/ 154 h 602"/>
                <a:gd name="T62" fmla="*/ 1218 w 3923"/>
                <a:gd name="T63" fmla="*/ 260 h 602"/>
                <a:gd name="T64" fmla="*/ 1081 w 3923"/>
                <a:gd name="T65" fmla="*/ 277 h 602"/>
                <a:gd name="T66" fmla="*/ 1103 w 3923"/>
                <a:gd name="T67" fmla="*/ 488 h 602"/>
                <a:gd name="T68" fmla="*/ 1240 w 3923"/>
                <a:gd name="T69" fmla="*/ 424 h 602"/>
                <a:gd name="T70" fmla="*/ 1192 w 3923"/>
                <a:gd name="T71" fmla="*/ 598 h 602"/>
                <a:gd name="T72" fmla="*/ 957 w 3923"/>
                <a:gd name="T73" fmla="*/ 478 h 602"/>
                <a:gd name="T74" fmla="*/ 990 w 3923"/>
                <a:gd name="T75" fmla="*/ 199 h 602"/>
                <a:gd name="T76" fmla="*/ 743 w 3923"/>
                <a:gd name="T77" fmla="*/ 134 h 602"/>
                <a:gd name="T78" fmla="*/ 761 w 3923"/>
                <a:gd name="T79" fmla="*/ 300 h 602"/>
                <a:gd name="T80" fmla="*/ 634 w 3923"/>
                <a:gd name="T81" fmla="*/ 244 h 602"/>
                <a:gd name="T82" fmla="*/ 609 w 3923"/>
                <a:gd name="T83" fmla="*/ 456 h 602"/>
                <a:gd name="T84" fmla="*/ 755 w 3923"/>
                <a:gd name="T85" fmla="*/ 468 h 602"/>
                <a:gd name="T86" fmla="*/ 787 w 3923"/>
                <a:gd name="T87" fmla="*/ 579 h 602"/>
                <a:gd name="T88" fmla="*/ 517 w 3923"/>
                <a:gd name="T89" fmla="*/ 532 h 602"/>
                <a:gd name="T90" fmla="*/ 486 w 3923"/>
                <a:gd name="T91" fmla="*/ 254 h 602"/>
                <a:gd name="T92" fmla="*/ 209 w 3923"/>
                <a:gd name="T93" fmla="*/ 128 h 602"/>
                <a:gd name="T94" fmla="*/ 394 w 3923"/>
                <a:gd name="T95" fmla="*/ 256 h 602"/>
                <a:gd name="T96" fmla="*/ 178 w 3923"/>
                <a:gd name="T97" fmla="*/ 600 h 602"/>
                <a:gd name="T98" fmla="*/ 2 w 3923"/>
                <a:gd name="T99" fmla="*/ 496 h 602"/>
                <a:gd name="T100" fmla="*/ 98 w 3923"/>
                <a:gd name="T101" fmla="*/ 331 h 602"/>
                <a:gd name="T102" fmla="*/ 254 w 3923"/>
                <a:gd name="T103" fmla="*/ 238 h 602"/>
                <a:gd name="T104" fmla="*/ 135 w 3923"/>
                <a:gd name="T105" fmla="*/ 278 h 602"/>
                <a:gd name="T106" fmla="*/ 174 w 3923"/>
                <a:gd name="T107" fmla="*/ 129 h 602"/>
                <a:gd name="T108" fmla="*/ 2552 w 3923"/>
                <a:gd name="T109" fmla="*/ 480 h 602"/>
                <a:gd name="T110" fmla="*/ 2591 w 3923"/>
                <a:gd name="T111" fmla="*/ 597 h 602"/>
                <a:gd name="T112" fmla="*/ 2417 w 3923"/>
                <a:gd name="T113" fmla="*/ 460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923" h="602">
                  <a:moveTo>
                    <a:pt x="220" y="397"/>
                  </a:moveTo>
                  <a:lnTo>
                    <a:pt x="191" y="399"/>
                  </a:lnTo>
                  <a:lnTo>
                    <a:pt x="167" y="404"/>
                  </a:lnTo>
                  <a:lnTo>
                    <a:pt x="149" y="411"/>
                  </a:lnTo>
                  <a:lnTo>
                    <a:pt x="136" y="422"/>
                  </a:lnTo>
                  <a:lnTo>
                    <a:pt x="128" y="438"/>
                  </a:lnTo>
                  <a:lnTo>
                    <a:pt x="125" y="456"/>
                  </a:lnTo>
                  <a:lnTo>
                    <a:pt x="125" y="460"/>
                  </a:lnTo>
                  <a:lnTo>
                    <a:pt x="127" y="475"/>
                  </a:lnTo>
                  <a:lnTo>
                    <a:pt x="131" y="488"/>
                  </a:lnTo>
                  <a:lnTo>
                    <a:pt x="140" y="498"/>
                  </a:lnTo>
                  <a:lnTo>
                    <a:pt x="152" y="506"/>
                  </a:lnTo>
                  <a:lnTo>
                    <a:pt x="167" y="511"/>
                  </a:lnTo>
                  <a:lnTo>
                    <a:pt x="186" y="513"/>
                  </a:lnTo>
                  <a:lnTo>
                    <a:pt x="205" y="512"/>
                  </a:lnTo>
                  <a:lnTo>
                    <a:pt x="222" y="507"/>
                  </a:lnTo>
                  <a:lnTo>
                    <a:pt x="238" y="500"/>
                  </a:lnTo>
                  <a:lnTo>
                    <a:pt x="251" y="489"/>
                  </a:lnTo>
                  <a:lnTo>
                    <a:pt x="262" y="476"/>
                  </a:lnTo>
                  <a:lnTo>
                    <a:pt x="268" y="460"/>
                  </a:lnTo>
                  <a:lnTo>
                    <a:pt x="270" y="441"/>
                  </a:lnTo>
                  <a:lnTo>
                    <a:pt x="270" y="397"/>
                  </a:lnTo>
                  <a:lnTo>
                    <a:pt x="220" y="397"/>
                  </a:lnTo>
                  <a:close/>
                  <a:moveTo>
                    <a:pt x="3716" y="217"/>
                  </a:moveTo>
                  <a:lnTo>
                    <a:pt x="3700" y="218"/>
                  </a:lnTo>
                  <a:lnTo>
                    <a:pt x="3684" y="223"/>
                  </a:lnTo>
                  <a:lnTo>
                    <a:pt x="3668" y="231"/>
                  </a:lnTo>
                  <a:lnTo>
                    <a:pt x="3655" y="243"/>
                  </a:lnTo>
                  <a:lnTo>
                    <a:pt x="3645" y="261"/>
                  </a:lnTo>
                  <a:lnTo>
                    <a:pt x="3636" y="284"/>
                  </a:lnTo>
                  <a:lnTo>
                    <a:pt x="3630" y="312"/>
                  </a:lnTo>
                  <a:lnTo>
                    <a:pt x="3800" y="312"/>
                  </a:lnTo>
                  <a:lnTo>
                    <a:pt x="3796" y="286"/>
                  </a:lnTo>
                  <a:lnTo>
                    <a:pt x="3790" y="264"/>
                  </a:lnTo>
                  <a:lnTo>
                    <a:pt x="3782" y="247"/>
                  </a:lnTo>
                  <a:lnTo>
                    <a:pt x="3770" y="234"/>
                  </a:lnTo>
                  <a:lnTo>
                    <a:pt x="3754" y="224"/>
                  </a:lnTo>
                  <a:lnTo>
                    <a:pt x="3737" y="218"/>
                  </a:lnTo>
                  <a:lnTo>
                    <a:pt x="3716" y="217"/>
                  </a:lnTo>
                  <a:close/>
                  <a:moveTo>
                    <a:pt x="1625" y="217"/>
                  </a:moveTo>
                  <a:lnTo>
                    <a:pt x="1608" y="218"/>
                  </a:lnTo>
                  <a:lnTo>
                    <a:pt x="1591" y="223"/>
                  </a:lnTo>
                  <a:lnTo>
                    <a:pt x="1577" y="231"/>
                  </a:lnTo>
                  <a:lnTo>
                    <a:pt x="1564" y="243"/>
                  </a:lnTo>
                  <a:lnTo>
                    <a:pt x="1553" y="261"/>
                  </a:lnTo>
                  <a:lnTo>
                    <a:pt x="1543" y="284"/>
                  </a:lnTo>
                  <a:lnTo>
                    <a:pt x="1537" y="312"/>
                  </a:lnTo>
                  <a:lnTo>
                    <a:pt x="1707" y="312"/>
                  </a:lnTo>
                  <a:lnTo>
                    <a:pt x="1705" y="286"/>
                  </a:lnTo>
                  <a:lnTo>
                    <a:pt x="1699" y="264"/>
                  </a:lnTo>
                  <a:lnTo>
                    <a:pt x="1689" y="247"/>
                  </a:lnTo>
                  <a:lnTo>
                    <a:pt x="1677" y="234"/>
                  </a:lnTo>
                  <a:lnTo>
                    <a:pt x="1662" y="224"/>
                  </a:lnTo>
                  <a:lnTo>
                    <a:pt x="1645" y="218"/>
                  </a:lnTo>
                  <a:lnTo>
                    <a:pt x="1625" y="217"/>
                  </a:lnTo>
                  <a:close/>
                  <a:moveTo>
                    <a:pt x="2708" y="138"/>
                  </a:moveTo>
                  <a:lnTo>
                    <a:pt x="2835" y="138"/>
                  </a:lnTo>
                  <a:lnTo>
                    <a:pt x="2835" y="426"/>
                  </a:lnTo>
                  <a:lnTo>
                    <a:pt x="2837" y="450"/>
                  </a:lnTo>
                  <a:lnTo>
                    <a:pt x="2842" y="469"/>
                  </a:lnTo>
                  <a:lnTo>
                    <a:pt x="2850" y="484"/>
                  </a:lnTo>
                  <a:lnTo>
                    <a:pt x="2863" y="494"/>
                  </a:lnTo>
                  <a:lnTo>
                    <a:pt x="2880" y="500"/>
                  </a:lnTo>
                  <a:lnTo>
                    <a:pt x="2900" y="502"/>
                  </a:lnTo>
                  <a:lnTo>
                    <a:pt x="2918" y="501"/>
                  </a:lnTo>
                  <a:lnTo>
                    <a:pt x="2935" y="495"/>
                  </a:lnTo>
                  <a:lnTo>
                    <a:pt x="2951" y="487"/>
                  </a:lnTo>
                  <a:lnTo>
                    <a:pt x="2962" y="475"/>
                  </a:lnTo>
                  <a:lnTo>
                    <a:pt x="2972" y="459"/>
                  </a:lnTo>
                  <a:lnTo>
                    <a:pt x="2978" y="441"/>
                  </a:lnTo>
                  <a:lnTo>
                    <a:pt x="2980" y="418"/>
                  </a:lnTo>
                  <a:lnTo>
                    <a:pt x="2980" y="138"/>
                  </a:lnTo>
                  <a:lnTo>
                    <a:pt x="3107" y="138"/>
                  </a:lnTo>
                  <a:lnTo>
                    <a:pt x="3107" y="592"/>
                  </a:lnTo>
                  <a:lnTo>
                    <a:pt x="2980" y="592"/>
                  </a:lnTo>
                  <a:lnTo>
                    <a:pt x="2980" y="525"/>
                  </a:lnTo>
                  <a:lnTo>
                    <a:pt x="2970" y="543"/>
                  </a:lnTo>
                  <a:lnTo>
                    <a:pt x="2957" y="559"/>
                  </a:lnTo>
                  <a:lnTo>
                    <a:pt x="2941" y="573"/>
                  </a:lnTo>
                  <a:lnTo>
                    <a:pt x="2922" y="585"/>
                  </a:lnTo>
                  <a:lnTo>
                    <a:pt x="2900" y="594"/>
                  </a:lnTo>
                  <a:lnTo>
                    <a:pt x="2876" y="600"/>
                  </a:lnTo>
                  <a:lnTo>
                    <a:pt x="2849" y="602"/>
                  </a:lnTo>
                  <a:lnTo>
                    <a:pt x="2823" y="600"/>
                  </a:lnTo>
                  <a:lnTo>
                    <a:pt x="2798" y="594"/>
                  </a:lnTo>
                  <a:lnTo>
                    <a:pt x="2776" y="585"/>
                  </a:lnTo>
                  <a:lnTo>
                    <a:pt x="2756" y="572"/>
                  </a:lnTo>
                  <a:lnTo>
                    <a:pt x="2739" y="554"/>
                  </a:lnTo>
                  <a:lnTo>
                    <a:pt x="2726" y="534"/>
                  </a:lnTo>
                  <a:lnTo>
                    <a:pt x="2716" y="508"/>
                  </a:lnTo>
                  <a:lnTo>
                    <a:pt x="2709" y="478"/>
                  </a:lnTo>
                  <a:lnTo>
                    <a:pt x="2708" y="445"/>
                  </a:lnTo>
                  <a:lnTo>
                    <a:pt x="2708" y="138"/>
                  </a:lnTo>
                  <a:close/>
                  <a:moveTo>
                    <a:pt x="3461" y="132"/>
                  </a:moveTo>
                  <a:lnTo>
                    <a:pt x="3461" y="256"/>
                  </a:lnTo>
                  <a:lnTo>
                    <a:pt x="3430" y="258"/>
                  </a:lnTo>
                  <a:lnTo>
                    <a:pt x="3403" y="262"/>
                  </a:lnTo>
                  <a:lnTo>
                    <a:pt x="3379" y="268"/>
                  </a:lnTo>
                  <a:lnTo>
                    <a:pt x="3360" y="279"/>
                  </a:lnTo>
                  <a:lnTo>
                    <a:pt x="3345" y="292"/>
                  </a:lnTo>
                  <a:lnTo>
                    <a:pt x="3334" y="310"/>
                  </a:lnTo>
                  <a:lnTo>
                    <a:pt x="3327" y="332"/>
                  </a:lnTo>
                  <a:lnTo>
                    <a:pt x="3324" y="358"/>
                  </a:lnTo>
                  <a:lnTo>
                    <a:pt x="3324" y="592"/>
                  </a:lnTo>
                  <a:lnTo>
                    <a:pt x="3198" y="592"/>
                  </a:lnTo>
                  <a:lnTo>
                    <a:pt x="3198" y="138"/>
                  </a:lnTo>
                  <a:lnTo>
                    <a:pt x="3324" y="138"/>
                  </a:lnTo>
                  <a:lnTo>
                    <a:pt x="3324" y="220"/>
                  </a:lnTo>
                  <a:lnTo>
                    <a:pt x="3339" y="193"/>
                  </a:lnTo>
                  <a:lnTo>
                    <a:pt x="3357" y="171"/>
                  </a:lnTo>
                  <a:lnTo>
                    <a:pt x="3377" y="153"/>
                  </a:lnTo>
                  <a:lnTo>
                    <a:pt x="3401" y="141"/>
                  </a:lnTo>
                  <a:lnTo>
                    <a:pt x="3430" y="134"/>
                  </a:lnTo>
                  <a:lnTo>
                    <a:pt x="3461" y="132"/>
                  </a:lnTo>
                  <a:close/>
                  <a:moveTo>
                    <a:pt x="3715" y="128"/>
                  </a:moveTo>
                  <a:lnTo>
                    <a:pt x="3746" y="129"/>
                  </a:lnTo>
                  <a:lnTo>
                    <a:pt x="3775" y="134"/>
                  </a:lnTo>
                  <a:lnTo>
                    <a:pt x="3802" y="142"/>
                  </a:lnTo>
                  <a:lnTo>
                    <a:pt x="3827" y="154"/>
                  </a:lnTo>
                  <a:lnTo>
                    <a:pt x="3850" y="170"/>
                  </a:lnTo>
                  <a:lnTo>
                    <a:pt x="3872" y="188"/>
                  </a:lnTo>
                  <a:lnTo>
                    <a:pt x="3888" y="211"/>
                  </a:lnTo>
                  <a:lnTo>
                    <a:pt x="3903" y="237"/>
                  </a:lnTo>
                  <a:lnTo>
                    <a:pt x="3913" y="268"/>
                  </a:lnTo>
                  <a:lnTo>
                    <a:pt x="3920" y="303"/>
                  </a:lnTo>
                  <a:lnTo>
                    <a:pt x="3923" y="342"/>
                  </a:lnTo>
                  <a:lnTo>
                    <a:pt x="3923" y="397"/>
                  </a:lnTo>
                  <a:lnTo>
                    <a:pt x="3628" y="397"/>
                  </a:lnTo>
                  <a:lnTo>
                    <a:pt x="3631" y="424"/>
                  </a:lnTo>
                  <a:lnTo>
                    <a:pt x="3637" y="448"/>
                  </a:lnTo>
                  <a:lnTo>
                    <a:pt x="3646" y="468"/>
                  </a:lnTo>
                  <a:lnTo>
                    <a:pt x="3657" y="483"/>
                  </a:lnTo>
                  <a:lnTo>
                    <a:pt x="3670" y="495"/>
                  </a:lnTo>
                  <a:lnTo>
                    <a:pt x="3685" y="504"/>
                  </a:lnTo>
                  <a:lnTo>
                    <a:pt x="3703" y="508"/>
                  </a:lnTo>
                  <a:lnTo>
                    <a:pt x="3722" y="510"/>
                  </a:lnTo>
                  <a:lnTo>
                    <a:pt x="3745" y="507"/>
                  </a:lnTo>
                  <a:lnTo>
                    <a:pt x="3764" y="501"/>
                  </a:lnTo>
                  <a:lnTo>
                    <a:pt x="3780" y="493"/>
                  </a:lnTo>
                  <a:lnTo>
                    <a:pt x="3791" y="481"/>
                  </a:lnTo>
                  <a:lnTo>
                    <a:pt x="3800" y="466"/>
                  </a:lnTo>
                  <a:lnTo>
                    <a:pt x="3806" y="451"/>
                  </a:lnTo>
                  <a:lnTo>
                    <a:pt x="3923" y="451"/>
                  </a:lnTo>
                  <a:lnTo>
                    <a:pt x="3916" y="478"/>
                  </a:lnTo>
                  <a:lnTo>
                    <a:pt x="3905" y="504"/>
                  </a:lnTo>
                  <a:lnTo>
                    <a:pt x="3891" y="528"/>
                  </a:lnTo>
                  <a:lnTo>
                    <a:pt x="3872" y="549"/>
                  </a:lnTo>
                  <a:lnTo>
                    <a:pt x="3849" y="567"/>
                  </a:lnTo>
                  <a:lnTo>
                    <a:pt x="3823" y="582"/>
                  </a:lnTo>
                  <a:lnTo>
                    <a:pt x="3791" y="592"/>
                  </a:lnTo>
                  <a:lnTo>
                    <a:pt x="3758" y="600"/>
                  </a:lnTo>
                  <a:lnTo>
                    <a:pt x="3720" y="602"/>
                  </a:lnTo>
                  <a:lnTo>
                    <a:pt x="3685" y="600"/>
                  </a:lnTo>
                  <a:lnTo>
                    <a:pt x="3653" y="594"/>
                  </a:lnTo>
                  <a:lnTo>
                    <a:pt x="3623" y="584"/>
                  </a:lnTo>
                  <a:lnTo>
                    <a:pt x="3597" y="571"/>
                  </a:lnTo>
                  <a:lnTo>
                    <a:pt x="3572" y="554"/>
                  </a:lnTo>
                  <a:lnTo>
                    <a:pt x="3551" y="532"/>
                  </a:lnTo>
                  <a:lnTo>
                    <a:pt x="3533" y="508"/>
                  </a:lnTo>
                  <a:lnTo>
                    <a:pt x="3519" y="480"/>
                  </a:lnTo>
                  <a:lnTo>
                    <a:pt x="3508" y="447"/>
                  </a:lnTo>
                  <a:lnTo>
                    <a:pt x="3502" y="411"/>
                  </a:lnTo>
                  <a:lnTo>
                    <a:pt x="3500" y="372"/>
                  </a:lnTo>
                  <a:lnTo>
                    <a:pt x="3500" y="363"/>
                  </a:lnTo>
                  <a:lnTo>
                    <a:pt x="3502" y="324"/>
                  </a:lnTo>
                  <a:lnTo>
                    <a:pt x="3510" y="288"/>
                  </a:lnTo>
                  <a:lnTo>
                    <a:pt x="3520" y="255"/>
                  </a:lnTo>
                  <a:lnTo>
                    <a:pt x="3535" y="225"/>
                  </a:lnTo>
                  <a:lnTo>
                    <a:pt x="3553" y="200"/>
                  </a:lnTo>
                  <a:lnTo>
                    <a:pt x="3573" y="178"/>
                  </a:lnTo>
                  <a:lnTo>
                    <a:pt x="3597" y="160"/>
                  </a:lnTo>
                  <a:lnTo>
                    <a:pt x="3624" y="146"/>
                  </a:lnTo>
                  <a:lnTo>
                    <a:pt x="3653" y="136"/>
                  </a:lnTo>
                  <a:lnTo>
                    <a:pt x="3683" y="130"/>
                  </a:lnTo>
                  <a:lnTo>
                    <a:pt x="3715" y="128"/>
                  </a:lnTo>
                  <a:close/>
                  <a:moveTo>
                    <a:pt x="2170" y="128"/>
                  </a:moveTo>
                  <a:lnTo>
                    <a:pt x="2197" y="129"/>
                  </a:lnTo>
                  <a:lnTo>
                    <a:pt x="2222" y="135"/>
                  </a:lnTo>
                  <a:lnTo>
                    <a:pt x="2243" y="145"/>
                  </a:lnTo>
                  <a:lnTo>
                    <a:pt x="2261" y="158"/>
                  </a:lnTo>
                  <a:lnTo>
                    <a:pt x="2278" y="176"/>
                  </a:lnTo>
                  <a:lnTo>
                    <a:pt x="2291" y="198"/>
                  </a:lnTo>
                  <a:lnTo>
                    <a:pt x="2300" y="223"/>
                  </a:lnTo>
                  <a:lnTo>
                    <a:pt x="2305" y="253"/>
                  </a:lnTo>
                  <a:lnTo>
                    <a:pt x="2308" y="288"/>
                  </a:lnTo>
                  <a:lnTo>
                    <a:pt x="2308" y="592"/>
                  </a:lnTo>
                  <a:lnTo>
                    <a:pt x="2181" y="592"/>
                  </a:lnTo>
                  <a:lnTo>
                    <a:pt x="2181" y="307"/>
                  </a:lnTo>
                  <a:lnTo>
                    <a:pt x="2180" y="283"/>
                  </a:lnTo>
                  <a:lnTo>
                    <a:pt x="2174" y="264"/>
                  </a:lnTo>
                  <a:lnTo>
                    <a:pt x="2165" y="249"/>
                  </a:lnTo>
                  <a:lnTo>
                    <a:pt x="2151" y="238"/>
                  </a:lnTo>
                  <a:lnTo>
                    <a:pt x="2135" y="232"/>
                  </a:lnTo>
                  <a:lnTo>
                    <a:pt x="2114" y="230"/>
                  </a:lnTo>
                  <a:lnTo>
                    <a:pt x="2095" y="232"/>
                  </a:lnTo>
                  <a:lnTo>
                    <a:pt x="2079" y="237"/>
                  </a:lnTo>
                  <a:lnTo>
                    <a:pt x="2064" y="246"/>
                  </a:lnTo>
                  <a:lnTo>
                    <a:pt x="2052" y="258"/>
                  </a:lnTo>
                  <a:lnTo>
                    <a:pt x="2043" y="273"/>
                  </a:lnTo>
                  <a:lnTo>
                    <a:pt x="2037" y="292"/>
                  </a:lnTo>
                  <a:lnTo>
                    <a:pt x="2034" y="315"/>
                  </a:lnTo>
                  <a:lnTo>
                    <a:pt x="2034" y="592"/>
                  </a:lnTo>
                  <a:lnTo>
                    <a:pt x="1908" y="592"/>
                  </a:lnTo>
                  <a:lnTo>
                    <a:pt x="1908" y="138"/>
                  </a:lnTo>
                  <a:lnTo>
                    <a:pt x="2034" y="138"/>
                  </a:lnTo>
                  <a:lnTo>
                    <a:pt x="2034" y="205"/>
                  </a:lnTo>
                  <a:lnTo>
                    <a:pt x="2045" y="188"/>
                  </a:lnTo>
                  <a:lnTo>
                    <a:pt x="2059" y="171"/>
                  </a:lnTo>
                  <a:lnTo>
                    <a:pt x="2076" y="157"/>
                  </a:lnTo>
                  <a:lnTo>
                    <a:pt x="2095" y="145"/>
                  </a:lnTo>
                  <a:lnTo>
                    <a:pt x="2118" y="136"/>
                  </a:lnTo>
                  <a:lnTo>
                    <a:pt x="2143" y="130"/>
                  </a:lnTo>
                  <a:lnTo>
                    <a:pt x="2170" y="128"/>
                  </a:lnTo>
                  <a:close/>
                  <a:moveTo>
                    <a:pt x="1623" y="128"/>
                  </a:moveTo>
                  <a:lnTo>
                    <a:pt x="1653" y="129"/>
                  </a:lnTo>
                  <a:lnTo>
                    <a:pt x="1682" y="134"/>
                  </a:lnTo>
                  <a:lnTo>
                    <a:pt x="1709" y="142"/>
                  </a:lnTo>
                  <a:lnTo>
                    <a:pt x="1736" y="154"/>
                  </a:lnTo>
                  <a:lnTo>
                    <a:pt x="1758" y="170"/>
                  </a:lnTo>
                  <a:lnTo>
                    <a:pt x="1779" y="188"/>
                  </a:lnTo>
                  <a:lnTo>
                    <a:pt x="1797" y="211"/>
                  </a:lnTo>
                  <a:lnTo>
                    <a:pt x="1811" y="237"/>
                  </a:lnTo>
                  <a:lnTo>
                    <a:pt x="1822" y="268"/>
                  </a:lnTo>
                  <a:lnTo>
                    <a:pt x="1828" y="303"/>
                  </a:lnTo>
                  <a:lnTo>
                    <a:pt x="1830" y="342"/>
                  </a:lnTo>
                  <a:lnTo>
                    <a:pt x="1830" y="397"/>
                  </a:lnTo>
                  <a:lnTo>
                    <a:pt x="1536" y="397"/>
                  </a:lnTo>
                  <a:lnTo>
                    <a:pt x="1540" y="424"/>
                  </a:lnTo>
                  <a:lnTo>
                    <a:pt x="1546" y="448"/>
                  </a:lnTo>
                  <a:lnTo>
                    <a:pt x="1554" y="468"/>
                  </a:lnTo>
                  <a:lnTo>
                    <a:pt x="1565" y="483"/>
                  </a:lnTo>
                  <a:lnTo>
                    <a:pt x="1578" y="495"/>
                  </a:lnTo>
                  <a:lnTo>
                    <a:pt x="1594" y="504"/>
                  </a:lnTo>
                  <a:lnTo>
                    <a:pt x="1610" y="508"/>
                  </a:lnTo>
                  <a:lnTo>
                    <a:pt x="1631" y="510"/>
                  </a:lnTo>
                  <a:lnTo>
                    <a:pt x="1652" y="507"/>
                  </a:lnTo>
                  <a:lnTo>
                    <a:pt x="1671" y="501"/>
                  </a:lnTo>
                  <a:lnTo>
                    <a:pt x="1687" y="493"/>
                  </a:lnTo>
                  <a:lnTo>
                    <a:pt x="1699" y="481"/>
                  </a:lnTo>
                  <a:lnTo>
                    <a:pt x="1707" y="466"/>
                  </a:lnTo>
                  <a:lnTo>
                    <a:pt x="1713" y="451"/>
                  </a:lnTo>
                  <a:lnTo>
                    <a:pt x="1830" y="451"/>
                  </a:lnTo>
                  <a:lnTo>
                    <a:pt x="1823" y="478"/>
                  </a:lnTo>
                  <a:lnTo>
                    <a:pt x="1812" y="504"/>
                  </a:lnTo>
                  <a:lnTo>
                    <a:pt x="1798" y="528"/>
                  </a:lnTo>
                  <a:lnTo>
                    <a:pt x="1779" y="549"/>
                  </a:lnTo>
                  <a:lnTo>
                    <a:pt x="1756" y="567"/>
                  </a:lnTo>
                  <a:lnTo>
                    <a:pt x="1730" y="582"/>
                  </a:lnTo>
                  <a:lnTo>
                    <a:pt x="1700" y="592"/>
                  </a:lnTo>
                  <a:lnTo>
                    <a:pt x="1665" y="600"/>
                  </a:lnTo>
                  <a:lnTo>
                    <a:pt x="1628" y="602"/>
                  </a:lnTo>
                  <a:lnTo>
                    <a:pt x="1594" y="600"/>
                  </a:lnTo>
                  <a:lnTo>
                    <a:pt x="1561" y="594"/>
                  </a:lnTo>
                  <a:lnTo>
                    <a:pt x="1531" y="584"/>
                  </a:lnTo>
                  <a:lnTo>
                    <a:pt x="1504" y="571"/>
                  </a:lnTo>
                  <a:lnTo>
                    <a:pt x="1480" y="554"/>
                  </a:lnTo>
                  <a:lnTo>
                    <a:pt x="1459" y="532"/>
                  </a:lnTo>
                  <a:lnTo>
                    <a:pt x="1441" y="508"/>
                  </a:lnTo>
                  <a:lnTo>
                    <a:pt x="1426" y="480"/>
                  </a:lnTo>
                  <a:lnTo>
                    <a:pt x="1417" y="447"/>
                  </a:lnTo>
                  <a:lnTo>
                    <a:pt x="1410" y="411"/>
                  </a:lnTo>
                  <a:lnTo>
                    <a:pt x="1408" y="372"/>
                  </a:lnTo>
                  <a:lnTo>
                    <a:pt x="1408" y="363"/>
                  </a:lnTo>
                  <a:lnTo>
                    <a:pt x="1411" y="324"/>
                  </a:lnTo>
                  <a:lnTo>
                    <a:pt x="1417" y="288"/>
                  </a:lnTo>
                  <a:lnTo>
                    <a:pt x="1427" y="255"/>
                  </a:lnTo>
                  <a:lnTo>
                    <a:pt x="1442" y="225"/>
                  </a:lnTo>
                  <a:lnTo>
                    <a:pt x="1460" y="200"/>
                  </a:lnTo>
                  <a:lnTo>
                    <a:pt x="1481" y="178"/>
                  </a:lnTo>
                  <a:lnTo>
                    <a:pt x="1505" y="160"/>
                  </a:lnTo>
                  <a:lnTo>
                    <a:pt x="1531" y="146"/>
                  </a:lnTo>
                  <a:lnTo>
                    <a:pt x="1560" y="136"/>
                  </a:lnTo>
                  <a:lnTo>
                    <a:pt x="1591" y="130"/>
                  </a:lnTo>
                  <a:lnTo>
                    <a:pt x="1623" y="128"/>
                  </a:lnTo>
                  <a:close/>
                  <a:moveTo>
                    <a:pt x="1154" y="128"/>
                  </a:moveTo>
                  <a:lnTo>
                    <a:pt x="1185" y="129"/>
                  </a:lnTo>
                  <a:lnTo>
                    <a:pt x="1214" y="134"/>
                  </a:lnTo>
                  <a:lnTo>
                    <a:pt x="1240" y="142"/>
                  </a:lnTo>
                  <a:lnTo>
                    <a:pt x="1265" y="154"/>
                  </a:lnTo>
                  <a:lnTo>
                    <a:pt x="1288" y="169"/>
                  </a:lnTo>
                  <a:lnTo>
                    <a:pt x="1308" y="188"/>
                  </a:lnTo>
                  <a:lnTo>
                    <a:pt x="1325" y="210"/>
                  </a:lnTo>
                  <a:lnTo>
                    <a:pt x="1338" y="236"/>
                  </a:lnTo>
                  <a:lnTo>
                    <a:pt x="1347" y="266"/>
                  </a:lnTo>
                  <a:lnTo>
                    <a:pt x="1352" y="300"/>
                  </a:lnTo>
                  <a:lnTo>
                    <a:pt x="1232" y="300"/>
                  </a:lnTo>
                  <a:lnTo>
                    <a:pt x="1226" y="278"/>
                  </a:lnTo>
                  <a:lnTo>
                    <a:pt x="1218" y="260"/>
                  </a:lnTo>
                  <a:lnTo>
                    <a:pt x="1208" y="246"/>
                  </a:lnTo>
                  <a:lnTo>
                    <a:pt x="1195" y="235"/>
                  </a:lnTo>
                  <a:lnTo>
                    <a:pt x="1177" y="229"/>
                  </a:lnTo>
                  <a:lnTo>
                    <a:pt x="1156" y="226"/>
                  </a:lnTo>
                  <a:lnTo>
                    <a:pt x="1137" y="228"/>
                  </a:lnTo>
                  <a:lnTo>
                    <a:pt x="1120" y="235"/>
                  </a:lnTo>
                  <a:lnTo>
                    <a:pt x="1105" y="244"/>
                  </a:lnTo>
                  <a:lnTo>
                    <a:pt x="1092" y="259"/>
                  </a:lnTo>
                  <a:lnTo>
                    <a:pt x="1081" y="277"/>
                  </a:lnTo>
                  <a:lnTo>
                    <a:pt x="1073" y="300"/>
                  </a:lnTo>
                  <a:lnTo>
                    <a:pt x="1068" y="327"/>
                  </a:lnTo>
                  <a:lnTo>
                    <a:pt x="1066" y="358"/>
                  </a:lnTo>
                  <a:lnTo>
                    <a:pt x="1066" y="372"/>
                  </a:lnTo>
                  <a:lnTo>
                    <a:pt x="1068" y="404"/>
                  </a:lnTo>
                  <a:lnTo>
                    <a:pt x="1073" y="432"/>
                  </a:lnTo>
                  <a:lnTo>
                    <a:pt x="1080" y="456"/>
                  </a:lnTo>
                  <a:lnTo>
                    <a:pt x="1089" y="474"/>
                  </a:lnTo>
                  <a:lnTo>
                    <a:pt x="1103" y="488"/>
                  </a:lnTo>
                  <a:lnTo>
                    <a:pt x="1118" y="498"/>
                  </a:lnTo>
                  <a:lnTo>
                    <a:pt x="1137" y="504"/>
                  </a:lnTo>
                  <a:lnTo>
                    <a:pt x="1158" y="506"/>
                  </a:lnTo>
                  <a:lnTo>
                    <a:pt x="1178" y="504"/>
                  </a:lnTo>
                  <a:lnTo>
                    <a:pt x="1197" y="496"/>
                  </a:lnTo>
                  <a:lnTo>
                    <a:pt x="1212" y="483"/>
                  </a:lnTo>
                  <a:lnTo>
                    <a:pt x="1226" y="468"/>
                  </a:lnTo>
                  <a:lnTo>
                    <a:pt x="1234" y="447"/>
                  </a:lnTo>
                  <a:lnTo>
                    <a:pt x="1240" y="424"/>
                  </a:lnTo>
                  <a:lnTo>
                    <a:pt x="1355" y="424"/>
                  </a:lnTo>
                  <a:lnTo>
                    <a:pt x="1350" y="458"/>
                  </a:lnTo>
                  <a:lnTo>
                    <a:pt x="1340" y="488"/>
                  </a:lnTo>
                  <a:lnTo>
                    <a:pt x="1326" y="517"/>
                  </a:lnTo>
                  <a:lnTo>
                    <a:pt x="1308" y="541"/>
                  </a:lnTo>
                  <a:lnTo>
                    <a:pt x="1285" y="561"/>
                  </a:lnTo>
                  <a:lnTo>
                    <a:pt x="1258" y="579"/>
                  </a:lnTo>
                  <a:lnTo>
                    <a:pt x="1228" y="591"/>
                  </a:lnTo>
                  <a:lnTo>
                    <a:pt x="1192" y="598"/>
                  </a:lnTo>
                  <a:lnTo>
                    <a:pt x="1154" y="602"/>
                  </a:lnTo>
                  <a:lnTo>
                    <a:pt x="1120" y="600"/>
                  </a:lnTo>
                  <a:lnTo>
                    <a:pt x="1088" y="594"/>
                  </a:lnTo>
                  <a:lnTo>
                    <a:pt x="1060" y="584"/>
                  </a:lnTo>
                  <a:lnTo>
                    <a:pt x="1033" y="571"/>
                  </a:lnTo>
                  <a:lnTo>
                    <a:pt x="1009" y="553"/>
                  </a:lnTo>
                  <a:lnTo>
                    <a:pt x="988" y="532"/>
                  </a:lnTo>
                  <a:lnTo>
                    <a:pt x="970" y="507"/>
                  </a:lnTo>
                  <a:lnTo>
                    <a:pt x="957" y="478"/>
                  </a:lnTo>
                  <a:lnTo>
                    <a:pt x="946" y="446"/>
                  </a:lnTo>
                  <a:lnTo>
                    <a:pt x="939" y="410"/>
                  </a:lnTo>
                  <a:lnTo>
                    <a:pt x="938" y="369"/>
                  </a:lnTo>
                  <a:lnTo>
                    <a:pt x="938" y="363"/>
                  </a:lnTo>
                  <a:lnTo>
                    <a:pt x="939" y="324"/>
                  </a:lnTo>
                  <a:lnTo>
                    <a:pt x="946" y="286"/>
                  </a:lnTo>
                  <a:lnTo>
                    <a:pt x="957" y="254"/>
                  </a:lnTo>
                  <a:lnTo>
                    <a:pt x="972" y="225"/>
                  </a:lnTo>
                  <a:lnTo>
                    <a:pt x="990" y="199"/>
                  </a:lnTo>
                  <a:lnTo>
                    <a:pt x="1012" y="177"/>
                  </a:lnTo>
                  <a:lnTo>
                    <a:pt x="1036" y="160"/>
                  </a:lnTo>
                  <a:lnTo>
                    <a:pt x="1063" y="146"/>
                  </a:lnTo>
                  <a:lnTo>
                    <a:pt x="1092" y="136"/>
                  </a:lnTo>
                  <a:lnTo>
                    <a:pt x="1122" y="130"/>
                  </a:lnTo>
                  <a:lnTo>
                    <a:pt x="1154" y="128"/>
                  </a:lnTo>
                  <a:close/>
                  <a:moveTo>
                    <a:pt x="683" y="128"/>
                  </a:moveTo>
                  <a:lnTo>
                    <a:pt x="714" y="129"/>
                  </a:lnTo>
                  <a:lnTo>
                    <a:pt x="743" y="134"/>
                  </a:lnTo>
                  <a:lnTo>
                    <a:pt x="769" y="142"/>
                  </a:lnTo>
                  <a:lnTo>
                    <a:pt x="794" y="154"/>
                  </a:lnTo>
                  <a:lnTo>
                    <a:pt x="817" y="169"/>
                  </a:lnTo>
                  <a:lnTo>
                    <a:pt x="837" y="188"/>
                  </a:lnTo>
                  <a:lnTo>
                    <a:pt x="854" y="210"/>
                  </a:lnTo>
                  <a:lnTo>
                    <a:pt x="867" y="236"/>
                  </a:lnTo>
                  <a:lnTo>
                    <a:pt x="877" y="266"/>
                  </a:lnTo>
                  <a:lnTo>
                    <a:pt x="882" y="300"/>
                  </a:lnTo>
                  <a:lnTo>
                    <a:pt x="761" y="300"/>
                  </a:lnTo>
                  <a:lnTo>
                    <a:pt x="755" y="278"/>
                  </a:lnTo>
                  <a:lnTo>
                    <a:pt x="748" y="260"/>
                  </a:lnTo>
                  <a:lnTo>
                    <a:pt x="737" y="246"/>
                  </a:lnTo>
                  <a:lnTo>
                    <a:pt x="724" y="235"/>
                  </a:lnTo>
                  <a:lnTo>
                    <a:pt x="706" y="229"/>
                  </a:lnTo>
                  <a:lnTo>
                    <a:pt x="686" y="226"/>
                  </a:lnTo>
                  <a:lnTo>
                    <a:pt x="667" y="228"/>
                  </a:lnTo>
                  <a:lnTo>
                    <a:pt x="650" y="235"/>
                  </a:lnTo>
                  <a:lnTo>
                    <a:pt x="634" y="244"/>
                  </a:lnTo>
                  <a:lnTo>
                    <a:pt x="621" y="259"/>
                  </a:lnTo>
                  <a:lnTo>
                    <a:pt x="610" y="277"/>
                  </a:lnTo>
                  <a:lnTo>
                    <a:pt x="602" y="300"/>
                  </a:lnTo>
                  <a:lnTo>
                    <a:pt x="597" y="327"/>
                  </a:lnTo>
                  <a:lnTo>
                    <a:pt x="595" y="358"/>
                  </a:lnTo>
                  <a:lnTo>
                    <a:pt x="595" y="372"/>
                  </a:lnTo>
                  <a:lnTo>
                    <a:pt x="597" y="404"/>
                  </a:lnTo>
                  <a:lnTo>
                    <a:pt x="601" y="432"/>
                  </a:lnTo>
                  <a:lnTo>
                    <a:pt x="609" y="456"/>
                  </a:lnTo>
                  <a:lnTo>
                    <a:pt x="619" y="474"/>
                  </a:lnTo>
                  <a:lnTo>
                    <a:pt x="632" y="488"/>
                  </a:lnTo>
                  <a:lnTo>
                    <a:pt x="647" y="498"/>
                  </a:lnTo>
                  <a:lnTo>
                    <a:pt x="667" y="504"/>
                  </a:lnTo>
                  <a:lnTo>
                    <a:pt x="687" y="506"/>
                  </a:lnTo>
                  <a:lnTo>
                    <a:pt x="707" y="504"/>
                  </a:lnTo>
                  <a:lnTo>
                    <a:pt x="726" y="496"/>
                  </a:lnTo>
                  <a:lnTo>
                    <a:pt x="742" y="483"/>
                  </a:lnTo>
                  <a:lnTo>
                    <a:pt x="755" y="468"/>
                  </a:lnTo>
                  <a:lnTo>
                    <a:pt x="763" y="447"/>
                  </a:lnTo>
                  <a:lnTo>
                    <a:pt x="769" y="424"/>
                  </a:lnTo>
                  <a:lnTo>
                    <a:pt x="884" y="424"/>
                  </a:lnTo>
                  <a:lnTo>
                    <a:pt x="879" y="458"/>
                  </a:lnTo>
                  <a:lnTo>
                    <a:pt x="870" y="488"/>
                  </a:lnTo>
                  <a:lnTo>
                    <a:pt x="855" y="517"/>
                  </a:lnTo>
                  <a:lnTo>
                    <a:pt x="837" y="541"/>
                  </a:lnTo>
                  <a:lnTo>
                    <a:pt x="815" y="561"/>
                  </a:lnTo>
                  <a:lnTo>
                    <a:pt x="787" y="579"/>
                  </a:lnTo>
                  <a:lnTo>
                    <a:pt x="756" y="591"/>
                  </a:lnTo>
                  <a:lnTo>
                    <a:pt x="722" y="598"/>
                  </a:lnTo>
                  <a:lnTo>
                    <a:pt x="683" y="602"/>
                  </a:lnTo>
                  <a:lnTo>
                    <a:pt x="650" y="600"/>
                  </a:lnTo>
                  <a:lnTo>
                    <a:pt x="618" y="594"/>
                  </a:lnTo>
                  <a:lnTo>
                    <a:pt x="589" y="584"/>
                  </a:lnTo>
                  <a:lnTo>
                    <a:pt x="563" y="571"/>
                  </a:lnTo>
                  <a:lnTo>
                    <a:pt x="539" y="553"/>
                  </a:lnTo>
                  <a:lnTo>
                    <a:pt x="517" y="532"/>
                  </a:lnTo>
                  <a:lnTo>
                    <a:pt x="499" y="507"/>
                  </a:lnTo>
                  <a:lnTo>
                    <a:pt x="485" y="478"/>
                  </a:lnTo>
                  <a:lnTo>
                    <a:pt x="475" y="446"/>
                  </a:lnTo>
                  <a:lnTo>
                    <a:pt x="468" y="410"/>
                  </a:lnTo>
                  <a:lnTo>
                    <a:pt x="466" y="369"/>
                  </a:lnTo>
                  <a:lnTo>
                    <a:pt x="466" y="363"/>
                  </a:lnTo>
                  <a:lnTo>
                    <a:pt x="468" y="324"/>
                  </a:lnTo>
                  <a:lnTo>
                    <a:pt x="475" y="286"/>
                  </a:lnTo>
                  <a:lnTo>
                    <a:pt x="486" y="254"/>
                  </a:lnTo>
                  <a:lnTo>
                    <a:pt x="502" y="225"/>
                  </a:lnTo>
                  <a:lnTo>
                    <a:pt x="520" y="199"/>
                  </a:lnTo>
                  <a:lnTo>
                    <a:pt x="541" y="177"/>
                  </a:lnTo>
                  <a:lnTo>
                    <a:pt x="565" y="160"/>
                  </a:lnTo>
                  <a:lnTo>
                    <a:pt x="591" y="146"/>
                  </a:lnTo>
                  <a:lnTo>
                    <a:pt x="621" y="136"/>
                  </a:lnTo>
                  <a:lnTo>
                    <a:pt x="651" y="130"/>
                  </a:lnTo>
                  <a:lnTo>
                    <a:pt x="683" y="128"/>
                  </a:lnTo>
                  <a:close/>
                  <a:moveTo>
                    <a:pt x="209" y="128"/>
                  </a:moveTo>
                  <a:lnTo>
                    <a:pt x="241" y="129"/>
                  </a:lnTo>
                  <a:lnTo>
                    <a:pt x="271" y="134"/>
                  </a:lnTo>
                  <a:lnTo>
                    <a:pt x="297" y="141"/>
                  </a:lnTo>
                  <a:lnTo>
                    <a:pt x="323" y="152"/>
                  </a:lnTo>
                  <a:lnTo>
                    <a:pt x="344" y="165"/>
                  </a:lnTo>
                  <a:lnTo>
                    <a:pt x="362" y="183"/>
                  </a:lnTo>
                  <a:lnTo>
                    <a:pt x="376" y="204"/>
                  </a:lnTo>
                  <a:lnTo>
                    <a:pt x="387" y="228"/>
                  </a:lnTo>
                  <a:lnTo>
                    <a:pt x="394" y="256"/>
                  </a:lnTo>
                  <a:lnTo>
                    <a:pt x="397" y="288"/>
                  </a:lnTo>
                  <a:lnTo>
                    <a:pt x="397" y="592"/>
                  </a:lnTo>
                  <a:lnTo>
                    <a:pt x="272" y="592"/>
                  </a:lnTo>
                  <a:lnTo>
                    <a:pt x="272" y="540"/>
                  </a:lnTo>
                  <a:lnTo>
                    <a:pt x="260" y="556"/>
                  </a:lnTo>
                  <a:lnTo>
                    <a:pt x="245" y="571"/>
                  </a:lnTo>
                  <a:lnTo>
                    <a:pt x="226" y="583"/>
                  </a:lnTo>
                  <a:lnTo>
                    <a:pt x="203" y="592"/>
                  </a:lnTo>
                  <a:lnTo>
                    <a:pt x="178" y="600"/>
                  </a:lnTo>
                  <a:lnTo>
                    <a:pt x="149" y="602"/>
                  </a:lnTo>
                  <a:lnTo>
                    <a:pt x="122" y="600"/>
                  </a:lnTo>
                  <a:lnTo>
                    <a:pt x="97" y="595"/>
                  </a:lnTo>
                  <a:lnTo>
                    <a:pt x="74" y="588"/>
                  </a:lnTo>
                  <a:lnTo>
                    <a:pt x="54" y="576"/>
                  </a:lnTo>
                  <a:lnTo>
                    <a:pt x="36" y="561"/>
                  </a:lnTo>
                  <a:lnTo>
                    <a:pt x="20" y="543"/>
                  </a:lnTo>
                  <a:lnTo>
                    <a:pt x="10" y="522"/>
                  </a:lnTo>
                  <a:lnTo>
                    <a:pt x="2" y="496"/>
                  </a:lnTo>
                  <a:lnTo>
                    <a:pt x="0" y="468"/>
                  </a:lnTo>
                  <a:lnTo>
                    <a:pt x="0" y="463"/>
                  </a:lnTo>
                  <a:lnTo>
                    <a:pt x="2" y="434"/>
                  </a:lnTo>
                  <a:lnTo>
                    <a:pt x="10" y="409"/>
                  </a:lnTo>
                  <a:lnTo>
                    <a:pt x="20" y="387"/>
                  </a:lnTo>
                  <a:lnTo>
                    <a:pt x="35" y="368"/>
                  </a:lnTo>
                  <a:lnTo>
                    <a:pt x="53" y="352"/>
                  </a:lnTo>
                  <a:lnTo>
                    <a:pt x="74" y="340"/>
                  </a:lnTo>
                  <a:lnTo>
                    <a:pt x="98" y="331"/>
                  </a:lnTo>
                  <a:lnTo>
                    <a:pt x="124" y="322"/>
                  </a:lnTo>
                  <a:lnTo>
                    <a:pt x="153" y="318"/>
                  </a:lnTo>
                  <a:lnTo>
                    <a:pt x="183" y="315"/>
                  </a:lnTo>
                  <a:lnTo>
                    <a:pt x="214" y="314"/>
                  </a:lnTo>
                  <a:lnTo>
                    <a:pt x="270" y="314"/>
                  </a:lnTo>
                  <a:lnTo>
                    <a:pt x="270" y="292"/>
                  </a:lnTo>
                  <a:lnTo>
                    <a:pt x="269" y="271"/>
                  </a:lnTo>
                  <a:lnTo>
                    <a:pt x="263" y="253"/>
                  </a:lnTo>
                  <a:lnTo>
                    <a:pt x="254" y="238"/>
                  </a:lnTo>
                  <a:lnTo>
                    <a:pt x="241" y="228"/>
                  </a:lnTo>
                  <a:lnTo>
                    <a:pt x="225" y="222"/>
                  </a:lnTo>
                  <a:lnTo>
                    <a:pt x="203" y="219"/>
                  </a:lnTo>
                  <a:lnTo>
                    <a:pt x="184" y="222"/>
                  </a:lnTo>
                  <a:lnTo>
                    <a:pt x="167" y="226"/>
                  </a:lnTo>
                  <a:lnTo>
                    <a:pt x="154" y="236"/>
                  </a:lnTo>
                  <a:lnTo>
                    <a:pt x="145" y="248"/>
                  </a:lnTo>
                  <a:lnTo>
                    <a:pt x="139" y="262"/>
                  </a:lnTo>
                  <a:lnTo>
                    <a:pt x="135" y="278"/>
                  </a:lnTo>
                  <a:lnTo>
                    <a:pt x="14" y="278"/>
                  </a:lnTo>
                  <a:lnTo>
                    <a:pt x="19" y="247"/>
                  </a:lnTo>
                  <a:lnTo>
                    <a:pt x="30" y="219"/>
                  </a:lnTo>
                  <a:lnTo>
                    <a:pt x="44" y="194"/>
                  </a:lnTo>
                  <a:lnTo>
                    <a:pt x="63" y="174"/>
                  </a:lnTo>
                  <a:lnTo>
                    <a:pt x="86" y="158"/>
                  </a:lnTo>
                  <a:lnTo>
                    <a:pt x="113" y="145"/>
                  </a:lnTo>
                  <a:lnTo>
                    <a:pt x="142" y="135"/>
                  </a:lnTo>
                  <a:lnTo>
                    <a:pt x="174" y="129"/>
                  </a:lnTo>
                  <a:lnTo>
                    <a:pt x="209" y="128"/>
                  </a:lnTo>
                  <a:close/>
                  <a:moveTo>
                    <a:pt x="2544" y="0"/>
                  </a:moveTo>
                  <a:lnTo>
                    <a:pt x="2544" y="138"/>
                  </a:lnTo>
                  <a:lnTo>
                    <a:pt x="2630" y="138"/>
                  </a:lnTo>
                  <a:lnTo>
                    <a:pt x="2630" y="232"/>
                  </a:lnTo>
                  <a:lnTo>
                    <a:pt x="2544" y="232"/>
                  </a:lnTo>
                  <a:lnTo>
                    <a:pt x="2544" y="447"/>
                  </a:lnTo>
                  <a:lnTo>
                    <a:pt x="2546" y="466"/>
                  </a:lnTo>
                  <a:lnTo>
                    <a:pt x="2552" y="480"/>
                  </a:lnTo>
                  <a:lnTo>
                    <a:pt x="2560" y="489"/>
                  </a:lnTo>
                  <a:lnTo>
                    <a:pt x="2573" y="495"/>
                  </a:lnTo>
                  <a:lnTo>
                    <a:pt x="2589" y="498"/>
                  </a:lnTo>
                  <a:lnTo>
                    <a:pt x="2605" y="496"/>
                  </a:lnTo>
                  <a:lnTo>
                    <a:pt x="2621" y="494"/>
                  </a:lnTo>
                  <a:lnTo>
                    <a:pt x="2633" y="489"/>
                  </a:lnTo>
                  <a:lnTo>
                    <a:pt x="2633" y="589"/>
                  </a:lnTo>
                  <a:lnTo>
                    <a:pt x="2615" y="594"/>
                  </a:lnTo>
                  <a:lnTo>
                    <a:pt x="2591" y="597"/>
                  </a:lnTo>
                  <a:lnTo>
                    <a:pt x="2562" y="598"/>
                  </a:lnTo>
                  <a:lnTo>
                    <a:pt x="2528" y="596"/>
                  </a:lnTo>
                  <a:lnTo>
                    <a:pt x="2498" y="590"/>
                  </a:lnTo>
                  <a:lnTo>
                    <a:pt x="2473" y="579"/>
                  </a:lnTo>
                  <a:lnTo>
                    <a:pt x="2452" y="564"/>
                  </a:lnTo>
                  <a:lnTo>
                    <a:pt x="2437" y="544"/>
                  </a:lnTo>
                  <a:lnTo>
                    <a:pt x="2426" y="522"/>
                  </a:lnTo>
                  <a:lnTo>
                    <a:pt x="2419" y="493"/>
                  </a:lnTo>
                  <a:lnTo>
                    <a:pt x="2417" y="460"/>
                  </a:lnTo>
                  <a:lnTo>
                    <a:pt x="2417" y="232"/>
                  </a:lnTo>
                  <a:lnTo>
                    <a:pt x="2364" y="232"/>
                  </a:lnTo>
                  <a:lnTo>
                    <a:pt x="2364" y="138"/>
                  </a:lnTo>
                  <a:lnTo>
                    <a:pt x="2417" y="138"/>
                  </a:lnTo>
                  <a:lnTo>
                    <a:pt x="2417" y="52"/>
                  </a:lnTo>
                  <a:lnTo>
                    <a:pt x="2544" y="0"/>
                  </a:lnTo>
                  <a:close/>
                </a:path>
              </a:pathLst>
            </a:custGeom>
            <a:solidFill>
              <a:schemeClr val="tx1"/>
            </a:solidFill>
            <a:ln w="0">
              <a:noFill/>
              <a:prstDash val="solid"/>
              <a:round/>
              <a:headEnd/>
              <a:tailEnd/>
            </a:ln>
          </p:spPr>
          <p:txBody>
            <a:bodyPr vert="horz" wrap="square" lIns="56650" tIns="28325" rIns="56650" bIns="28325" numCol="1" anchor="t" anchorCtr="0" compatLnSpc="1">
              <a:prstTxWarp prst="textNoShape">
                <a:avLst/>
              </a:prstTxWarp>
            </a:bodyPr>
            <a:lstStyle/>
            <a:p>
              <a:pPr defTabSz="566471"/>
              <a:endParaRPr lang="en-US" sz="1115" kern="0">
                <a:solidFill>
                  <a:sysClr val="windowText" lastClr="000000"/>
                </a:solidFill>
              </a:endParaRPr>
            </a:p>
          </p:txBody>
        </p:sp>
      </p:grpSp>
      <p:sp>
        <p:nvSpPr>
          <p:cNvPr id="17" name="Parallelogram 16"/>
          <p:cNvSpPr/>
          <p:nvPr userDrawn="1"/>
        </p:nvSpPr>
        <p:spPr>
          <a:xfrm rot="5400000" flipH="1">
            <a:off x="1163926" y="1489918"/>
            <a:ext cx="4173602" cy="6562562"/>
          </a:xfrm>
          <a:prstGeom prst="parallelogram">
            <a:avLst>
              <a:gd name="adj" fmla="val 63990"/>
            </a:avLst>
          </a:prstGeom>
          <a:gradFill flip="none" rotWithShape="1">
            <a:gsLst>
              <a:gs pos="0">
                <a:srgbClr val="00FF00"/>
              </a:gs>
              <a:gs pos="87000">
                <a:srgbClr val="006B09"/>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ndParaRPr>
          </a:p>
        </p:txBody>
      </p:sp>
      <p:sp>
        <p:nvSpPr>
          <p:cNvPr id="2" name="Title 1"/>
          <p:cNvSpPr>
            <a:spLocks noGrp="1"/>
          </p:cNvSpPr>
          <p:nvPr userDrawn="1">
            <p:ph type="ctrTitle" hasCustomPrompt="1"/>
          </p:nvPr>
        </p:nvSpPr>
        <p:spPr>
          <a:xfrm>
            <a:off x="381000" y="3967988"/>
            <a:ext cx="7359811" cy="1984248"/>
          </a:xfrm>
        </p:spPr>
        <p:txBody>
          <a:bodyPr lIns="0" tIns="0" rIns="0" bIns="0" anchor="b" anchorCtr="0">
            <a:noAutofit/>
          </a:bodyPr>
          <a:lstStyle>
            <a:lvl1pPr algn="l">
              <a:lnSpc>
                <a:spcPct val="80000"/>
              </a:lnSpc>
              <a:defRPr sz="8000">
                <a:solidFill>
                  <a:schemeClr val="tx1"/>
                </a:solidFill>
              </a:defRPr>
            </a:lvl1pPr>
          </a:lstStyle>
          <a:p>
            <a:r>
              <a:rPr lang="en-US" dirty="0"/>
              <a:t>Click to edit title</a:t>
            </a:r>
          </a:p>
        </p:txBody>
      </p:sp>
      <p:sp>
        <p:nvSpPr>
          <p:cNvPr id="4" name="Text Placeholder 3"/>
          <p:cNvSpPr>
            <a:spLocks noGrp="1"/>
          </p:cNvSpPr>
          <p:nvPr userDrawn="1">
            <p:ph type="body" sz="quarter" idx="10" hasCustomPrompt="1"/>
          </p:nvPr>
        </p:nvSpPr>
        <p:spPr>
          <a:xfrm>
            <a:off x="381000" y="6098413"/>
            <a:ext cx="7359632" cy="549275"/>
          </a:xfrm>
        </p:spPr>
        <p:txBody>
          <a:bodyPr lIns="0" tIns="0" rIns="0" bIns="0">
            <a:normAutofit/>
          </a:bodyPr>
          <a:lstStyle>
            <a:lvl1pPr algn="l">
              <a:defRPr sz="2800" b="1" cap="all" baseline="0">
                <a:solidFill>
                  <a:schemeClr val="tx1"/>
                </a:solidFill>
                <a:latin typeface="+mj-lt"/>
              </a:defRPr>
            </a:lvl1pPr>
          </a:lstStyle>
          <a:p>
            <a:pPr lvl="0"/>
            <a:r>
              <a:rPr lang="en-US" dirty="0"/>
              <a:t>Click to edit subtitle</a:t>
            </a:r>
          </a:p>
        </p:txBody>
      </p:sp>
      <p:sp>
        <p:nvSpPr>
          <p:cNvPr id="18" name="Parallelogram 17"/>
          <p:cNvSpPr/>
          <p:nvPr userDrawn="1"/>
        </p:nvSpPr>
        <p:spPr>
          <a:xfrm rot="16200000">
            <a:off x="1163926" y="-1194480"/>
            <a:ext cx="4173602" cy="6562562"/>
          </a:xfrm>
          <a:prstGeom prst="parallelogram">
            <a:avLst>
              <a:gd name="adj" fmla="val 63990"/>
            </a:avLst>
          </a:prstGeom>
          <a:solidFill>
            <a:srgbClr val="0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72150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title and Text Slide">
    <p:spTree>
      <p:nvGrpSpPr>
        <p:cNvPr id="1" name=""/>
        <p:cNvGrpSpPr/>
        <p:nvPr/>
      </p:nvGrpSpPr>
      <p:grpSpPr>
        <a:xfrm>
          <a:off x="0" y="0"/>
          <a:ext cx="0" cy="0"/>
          <a:chOff x="0" y="0"/>
          <a:chExt cx="0" cy="0"/>
        </a:xfrm>
      </p:grpSpPr>
      <p:sp>
        <p:nvSpPr>
          <p:cNvPr id="17" name="Text Placeholder 16"/>
          <p:cNvSpPr>
            <a:spLocks noGrp="1"/>
          </p:cNvSpPr>
          <p:nvPr>
            <p:ph type="body" sz="quarter" idx="10"/>
          </p:nvPr>
        </p:nvSpPr>
        <p:spPr>
          <a:xfrm>
            <a:off x="381000" y="1014986"/>
            <a:ext cx="11430000" cy="395908"/>
          </a:xfrm>
          <a:prstGeom prst="rect">
            <a:avLst/>
          </a:prstGeom>
        </p:spPr>
        <p:txBody>
          <a:bodyPr lIns="0">
            <a:noAutofit/>
          </a:bodyPr>
          <a:lstStyle>
            <a:lvl1pPr marL="0" indent="0">
              <a:spcBef>
                <a:spcPts val="0"/>
              </a:spcBef>
              <a:buNone/>
              <a:defRPr sz="2000" b="1">
                <a:solidFill>
                  <a:schemeClr val="bg1">
                    <a:lumMod val="65000"/>
                    <a:lumOff val="35000"/>
                  </a:schemeClr>
                </a:solidFill>
                <a:latin typeface="+mn-lt"/>
              </a:defRPr>
            </a:lvl1pPr>
            <a:lvl2pPr>
              <a:defRPr sz="3499"/>
            </a:lvl2pPr>
            <a:lvl3pPr>
              <a:defRPr sz="3199"/>
            </a:lvl3pPr>
            <a:lvl4pPr>
              <a:defRPr sz="2899"/>
            </a:lvl4pPr>
            <a:lvl5pPr>
              <a:defRPr sz="2699"/>
            </a:lvl5pPr>
          </a:lstStyle>
          <a:p>
            <a:pPr lvl="0"/>
            <a:r>
              <a:rPr lang="en-US" dirty="0"/>
              <a:t>Click to edit Master text styles</a:t>
            </a:r>
          </a:p>
        </p:txBody>
      </p:sp>
      <p:sp>
        <p:nvSpPr>
          <p:cNvPr id="8" name="Content Placeholder 7"/>
          <p:cNvSpPr>
            <a:spLocks noGrp="1"/>
          </p:cNvSpPr>
          <p:nvPr>
            <p:ph sz="quarter" idx="11"/>
          </p:nvPr>
        </p:nvSpPr>
        <p:spPr>
          <a:xfrm>
            <a:off x="381000" y="1410894"/>
            <a:ext cx="11430000" cy="5053914"/>
          </a:xfrm>
        </p:spPr>
        <p:txBody>
          <a:bodyPr/>
          <a:lstStyle>
            <a:lvl1pPr marL="0" indent="0">
              <a:defRPr b="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2" name="Title 1"/>
          <p:cNvSpPr>
            <a:spLocks noGrp="1"/>
          </p:cNvSpPr>
          <p:nvPr>
            <p:ph type="title"/>
          </p:nvPr>
        </p:nvSpPr>
        <p:spPr>
          <a:xfrm>
            <a:off x="381000" y="2"/>
            <a:ext cx="11430000" cy="1014984"/>
          </a:xfrm>
        </p:spPr>
        <p:txBody>
          <a:bodyPr/>
          <a:lstStyle/>
          <a:p>
            <a:r>
              <a:rPr lang="en-US" dirty="0"/>
              <a:t>Click to edit Master title style</a:t>
            </a:r>
            <a:endParaRPr lang="en-AU" dirty="0"/>
          </a:p>
        </p:txBody>
      </p:sp>
      <p:sp>
        <p:nvSpPr>
          <p:cNvPr id="7" name="Footer Placeholder 4"/>
          <p:cNvSpPr>
            <a:spLocks noGrp="1"/>
          </p:cNvSpPr>
          <p:nvPr>
            <p:ph type="ftr" sz="quarter" idx="3"/>
          </p:nvPr>
        </p:nvSpPr>
        <p:spPr>
          <a:xfrm>
            <a:off x="381002" y="6576387"/>
            <a:ext cx="5714999" cy="206375"/>
          </a:xfrm>
          <a:prstGeom prst="rect">
            <a:avLst/>
          </a:prstGeom>
        </p:spPr>
        <p:txBody>
          <a:bodyPr vert="horz" lIns="0" tIns="0" rIns="0" bIns="0" rtlCol="0" anchor="b" anchorCtr="0"/>
          <a:lstStyle>
            <a:lvl1pPr algn="l">
              <a:defRPr sz="1000">
                <a:solidFill>
                  <a:schemeClr val="bg2">
                    <a:lumMod val="50000"/>
                    <a:lumOff val="50000"/>
                  </a:schemeClr>
                </a:solidFill>
                <a:latin typeface="+mn-lt"/>
              </a:defRPr>
            </a:lvl1pPr>
          </a:lstStyle>
          <a:p>
            <a:r>
              <a:rPr lang="en-US" dirty="0"/>
              <a:t>Copyright © 2017 Accenture  All rights reserved.</a:t>
            </a:r>
          </a:p>
        </p:txBody>
      </p:sp>
      <p:sp>
        <p:nvSpPr>
          <p:cNvPr id="9" name="Slide Number Placeholder 5"/>
          <p:cNvSpPr>
            <a:spLocks noGrp="1"/>
          </p:cNvSpPr>
          <p:nvPr>
            <p:ph type="sldNum" sz="quarter" idx="4"/>
          </p:nvPr>
        </p:nvSpPr>
        <p:spPr>
          <a:xfrm>
            <a:off x="11506202" y="6576387"/>
            <a:ext cx="304799" cy="206375"/>
          </a:xfrm>
          <a:prstGeom prst="rect">
            <a:avLst/>
          </a:prstGeom>
        </p:spPr>
        <p:txBody>
          <a:bodyPr vert="horz" lIns="0" tIns="0" rIns="0" bIns="0" rtlCol="0" anchor="b" anchorCtr="0"/>
          <a:lstStyle>
            <a:lvl1pPr algn="r">
              <a:defRPr sz="1000">
                <a:solidFill>
                  <a:schemeClr val="bg2">
                    <a:lumMod val="50000"/>
                    <a:lumOff val="50000"/>
                  </a:schemeClr>
                </a:solidFill>
                <a:latin typeface="+mn-lt"/>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3844023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ext Slide">
    <p:spTree>
      <p:nvGrpSpPr>
        <p:cNvPr id="1" name=""/>
        <p:cNvGrpSpPr/>
        <p:nvPr/>
      </p:nvGrpSpPr>
      <p:grpSpPr>
        <a:xfrm>
          <a:off x="0" y="0"/>
          <a:ext cx="0" cy="0"/>
          <a:chOff x="0" y="0"/>
          <a:chExt cx="0" cy="0"/>
        </a:xfrm>
      </p:grpSpPr>
      <p:sp>
        <p:nvSpPr>
          <p:cNvPr id="6" name="Title 5"/>
          <p:cNvSpPr>
            <a:spLocks noGrp="1"/>
          </p:cNvSpPr>
          <p:nvPr>
            <p:ph type="title"/>
          </p:nvPr>
        </p:nvSpPr>
        <p:spPr>
          <a:xfrm>
            <a:off x="381000" y="0"/>
            <a:ext cx="11430000" cy="1014984"/>
          </a:xfrm>
        </p:spPr>
        <p:txBody>
          <a:bodyPr/>
          <a:lstStyle/>
          <a:p>
            <a:r>
              <a:rPr lang="en-US" dirty="0"/>
              <a:t>Click to edit Master title style</a:t>
            </a:r>
            <a:endParaRPr lang="en-AU" dirty="0"/>
          </a:p>
        </p:txBody>
      </p:sp>
      <p:sp>
        <p:nvSpPr>
          <p:cNvPr id="10" name="Content Placeholder 9"/>
          <p:cNvSpPr>
            <a:spLocks noGrp="1"/>
          </p:cNvSpPr>
          <p:nvPr>
            <p:ph sz="quarter" idx="14"/>
          </p:nvPr>
        </p:nvSpPr>
        <p:spPr>
          <a:xfrm>
            <a:off x="381000" y="1014984"/>
            <a:ext cx="11430000" cy="5376672"/>
          </a:xfrm>
        </p:spPr>
        <p:txBody>
          <a:bodyPr/>
          <a:lstStyle>
            <a:lvl1pPr marL="0" indent="0">
              <a:defRPr>
                <a:solidFill>
                  <a:schemeClr val="bg1">
                    <a:lumMod val="65000"/>
                    <a:lumOff val="35000"/>
                  </a:schemeClr>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7" name="Footer Placeholder 4"/>
          <p:cNvSpPr>
            <a:spLocks noGrp="1"/>
          </p:cNvSpPr>
          <p:nvPr>
            <p:ph type="ftr" sz="quarter" idx="3"/>
          </p:nvPr>
        </p:nvSpPr>
        <p:spPr>
          <a:xfrm>
            <a:off x="381002" y="6576387"/>
            <a:ext cx="5714999" cy="206375"/>
          </a:xfrm>
          <a:prstGeom prst="rect">
            <a:avLst/>
          </a:prstGeom>
        </p:spPr>
        <p:txBody>
          <a:bodyPr vert="horz" lIns="0" tIns="0" rIns="0" bIns="0" rtlCol="0" anchor="b" anchorCtr="0"/>
          <a:lstStyle>
            <a:lvl1pPr algn="l">
              <a:defRPr sz="1000">
                <a:solidFill>
                  <a:schemeClr val="bg2">
                    <a:lumMod val="50000"/>
                    <a:lumOff val="50000"/>
                  </a:schemeClr>
                </a:solidFill>
                <a:latin typeface="+mn-lt"/>
              </a:defRPr>
            </a:lvl1pPr>
          </a:lstStyle>
          <a:p>
            <a:r>
              <a:rPr lang="en-US" dirty="0"/>
              <a:t>Copyright © 2017 Accenture  All rights reserved.</a:t>
            </a:r>
          </a:p>
        </p:txBody>
      </p:sp>
      <p:sp>
        <p:nvSpPr>
          <p:cNvPr id="8" name="Slide Number Placeholder 5"/>
          <p:cNvSpPr>
            <a:spLocks noGrp="1"/>
          </p:cNvSpPr>
          <p:nvPr>
            <p:ph type="sldNum" sz="quarter" idx="4"/>
          </p:nvPr>
        </p:nvSpPr>
        <p:spPr>
          <a:xfrm>
            <a:off x="11506202" y="6576387"/>
            <a:ext cx="304799" cy="206375"/>
          </a:xfrm>
          <a:prstGeom prst="rect">
            <a:avLst/>
          </a:prstGeom>
        </p:spPr>
        <p:txBody>
          <a:bodyPr vert="horz" lIns="0" tIns="0" rIns="0" bIns="0" rtlCol="0" anchor="b" anchorCtr="0"/>
          <a:lstStyle>
            <a:lvl1pPr algn="r">
              <a:defRPr sz="1000">
                <a:solidFill>
                  <a:schemeClr val="bg2">
                    <a:lumMod val="50000"/>
                    <a:lumOff val="50000"/>
                  </a:schemeClr>
                </a:solidFill>
                <a:latin typeface="+mn-lt"/>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33480626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Subtitle only">
    <p:spTree>
      <p:nvGrpSpPr>
        <p:cNvPr id="1" name=""/>
        <p:cNvGrpSpPr/>
        <p:nvPr/>
      </p:nvGrpSpPr>
      <p:grpSpPr>
        <a:xfrm>
          <a:off x="0" y="0"/>
          <a:ext cx="0" cy="0"/>
          <a:chOff x="0" y="0"/>
          <a:chExt cx="0" cy="0"/>
        </a:xfrm>
      </p:grpSpPr>
      <p:sp>
        <p:nvSpPr>
          <p:cNvPr id="5" name="Title 4"/>
          <p:cNvSpPr>
            <a:spLocks noGrp="1"/>
          </p:cNvSpPr>
          <p:nvPr>
            <p:ph type="title"/>
          </p:nvPr>
        </p:nvSpPr>
        <p:spPr>
          <a:xfrm>
            <a:off x="381000" y="1"/>
            <a:ext cx="11430000" cy="1014983"/>
          </a:xfrm>
        </p:spPr>
        <p:txBody>
          <a:bodyPr/>
          <a:lstStyle/>
          <a:p>
            <a:r>
              <a:rPr lang="en-US" dirty="0"/>
              <a:t>Click to edit Master title style</a:t>
            </a:r>
            <a:endParaRPr lang="en-AU" dirty="0"/>
          </a:p>
        </p:txBody>
      </p:sp>
      <p:sp>
        <p:nvSpPr>
          <p:cNvPr id="6" name="Text Placeholder 16"/>
          <p:cNvSpPr>
            <a:spLocks noGrp="1"/>
          </p:cNvSpPr>
          <p:nvPr>
            <p:ph type="body" sz="quarter" idx="10"/>
          </p:nvPr>
        </p:nvSpPr>
        <p:spPr>
          <a:xfrm>
            <a:off x="381000" y="1014984"/>
            <a:ext cx="11430000" cy="395908"/>
          </a:xfrm>
          <a:prstGeom prst="rect">
            <a:avLst/>
          </a:prstGeom>
        </p:spPr>
        <p:txBody>
          <a:bodyPr lIns="0">
            <a:noAutofit/>
          </a:bodyPr>
          <a:lstStyle>
            <a:lvl1pPr marL="0" indent="0">
              <a:spcBef>
                <a:spcPts val="0"/>
              </a:spcBef>
              <a:buNone/>
              <a:defRPr sz="2000" b="1">
                <a:solidFill>
                  <a:schemeClr val="bg1">
                    <a:lumMod val="65000"/>
                    <a:lumOff val="35000"/>
                  </a:schemeClr>
                </a:solidFill>
                <a:latin typeface="+mn-lt"/>
              </a:defRPr>
            </a:lvl1pPr>
            <a:lvl2pPr>
              <a:defRPr sz="3499"/>
            </a:lvl2pPr>
            <a:lvl3pPr>
              <a:defRPr sz="3199"/>
            </a:lvl3pPr>
            <a:lvl4pPr>
              <a:defRPr sz="2899"/>
            </a:lvl4pPr>
            <a:lvl5pPr>
              <a:defRPr sz="2699"/>
            </a:lvl5pPr>
          </a:lstStyle>
          <a:p>
            <a:pPr lvl="0"/>
            <a:r>
              <a:rPr lang="en-US" dirty="0"/>
              <a:t>Click to edit Master text styles</a:t>
            </a:r>
          </a:p>
        </p:txBody>
      </p:sp>
      <p:sp>
        <p:nvSpPr>
          <p:cNvPr id="7" name="Footer Placeholder 4"/>
          <p:cNvSpPr>
            <a:spLocks noGrp="1"/>
          </p:cNvSpPr>
          <p:nvPr>
            <p:ph type="ftr" sz="quarter" idx="3"/>
          </p:nvPr>
        </p:nvSpPr>
        <p:spPr>
          <a:xfrm>
            <a:off x="381002" y="6576387"/>
            <a:ext cx="5714999" cy="206375"/>
          </a:xfrm>
          <a:prstGeom prst="rect">
            <a:avLst/>
          </a:prstGeom>
        </p:spPr>
        <p:txBody>
          <a:bodyPr vert="horz" lIns="0" tIns="0" rIns="0" bIns="0" rtlCol="0" anchor="b" anchorCtr="0"/>
          <a:lstStyle>
            <a:lvl1pPr algn="l">
              <a:defRPr sz="1000">
                <a:solidFill>
                  <a:schemeClr val="bg2">
                    <a:lumMod val="50000"/>
                    <a:lumOff val="50000"/>
                  </a:schemeClr>
                </a:solidFill>
                <a:latin typeface="+mn-lt"/>
              </a:defRPr>
            </a:lvl1pPr>
          </a:lstStyle>
          <a:p>
            <a:r>
              <a:rPr lang="en-US" dirty="0"/>
              <a:t>Copyright © 2017 Accenture  All rights reserved.</a:t>
            </a:r>
          </a:p>
        </p:txBody>
      </p:sp>
      <p:sp>
        <p:nvSpPr>
          <p:cNvPr id="8" name="Slide Number Placeholder 5"/>
          <p:cNvSpPr>
            <a:spLocks noGrp="1"/>
          </p:cNvSpPr>
          <p:nvPr>
            <p:ph type="sldNum" sz="quarter" idx="4"/>
          </p:nvPr>
        </p:nvSpPr>
        <p:spPr>
          <a:xfrm>
            <a:off x="11506202" y="6576387"/>
            <a:ext cx="304799" cy="206375"/>
          </a:xfrm>
          <a:prstGeom prst="rect">
            <a:avLst/>
          </a:prstGeom>
        </p:spPr>
        <p:txBody>
          <a:bodyPr vert="horz" lIns="0" tIns="0" rIns="0" bIns="0" rtlCol="0" anchor="b" anchorCtr="0"/>
          <a:lstStyle>
            <a:lvl1pPr algn="r">
              <a:defRPr sz="1000">
                <a:solidFill>
                  <a:schemeClr val="bg2">
                    <a:lumMod val="50000"/>
                    <a:lumOff val="50000"/>
                  </a:schemeClr>
                </a:solidFill>
                <a:latin typeface="+mn-lt"/>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3874797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5" name="Title 4"/>
          <p:cNvSpPr>
            <a:spLocks noGrp="1"/>
          </p:cNvSpPr>
          <p:nvPr>
            <p:ph type="title"/>
          </p:nvPr>
        </p:nvSpPr>
        <p:spPr>
          <a:xfrm>
            <a:off x="381000" y="0"/>
            <a:ext cx="11430000" cy="1014984"/>
          </a:xfrm>
        </p:spPr>
        <p:txBody>
          <a:bodyPr/>
          <a:lstStyle>
            <a:lvl1pPr>
              <a:lnSpc>
                <a:spcPct val="70000"/>
              </a:lnSpc>
              <a:defRPr/>
            </a:lvl1pPr>
          </a:lstStyle>
          <a:p>
            <a:r>
              <a:rPr lang="en-US"/>
              <a:t>Click to edit Master title style</a:t>
            </a:r>
            <a:endParaRPr lang="en-AU"/>
          </a:p>
        </p:txBody>
      </p:sp>
      <p:sp>
        <p:nvSpPr>
          <p:cNvPr id="7" name="Footer Placeholder 4"/>
          <p:cNvSpPr>
            <a:spLocks noGrp="1"/>
          </p:cNvSpPr>
          <p:nvPr>
            <p:ph type="ftr" sz="quarter" idx="3"/>
          </p:nvPr>
        </p:nvSpPr>
        <p:spPr>
          <a:xfrm>
            <a:off x="381002" y="6576387"/>
            <a:ext cx="5714999" cy="206375"/>
          </a:xfrm>
          <a:prstGeom prst="rect">
            <a:avLst/>
          </a:prstGeom>
        </p:spPr>
        <p:txBody>
          <a:bodyPr vert="horz" lIns="0" tIns="0" rIns="0" bIns="0" rtlCol="0" anchor="b" anchorCtr="0"/>
          <a:lstStyle>
            <a:lvl1pPr algn="l">
              <a:defRPr sz="1000">
                <a:solidFill>
                  <a:schemeClr val="bg2">
                    <a:lumMod val="50000"/>
                    <a:lumOff val="50000"/>
                  </a:schemeClr>
                </a:solidFill>
                <a:latin typeface="+mn-lt"/>
              </a:defRPr>
            </a:lvl1pPr>
          </a:lstStyle>
          <a:p>
            <a:r>
              <a:rPr lang="en-US" dirty="0"/>
              <a:t>Copyright © 2017 Accenture  All rights reserved.</a:t>
            </a:r>
          </a:p>
        </p:txBody>
      </p:sp>
      <p:sp>
        <p:nvSpPr>
          <p:cNvPr id="8" name="Slide Number Placeholder 5"/>
          <p:cNvSpPr>
            <a:spLocks noGrp="1"/>
          </p:cNvSpPr>
          <p:nvPr>
            <p:ph type="sldNum" sz="quarter" idx="4"/>
          </p:nvPr>
        </p:nvSpPr>
        <p:spPr>
          <a:xfrm>
            <a:off x="11506202" y="6576387"/>
            <a:ext cx="304799" cy="206375"/>
          </a:xfrm>
          <a:prstGeom prst="rect">
            <a:avLst/>
          </a:prstGeom>
        </p:spPr>
        <p:txBody>
          <a:bodyPr vert="horz" lIns="0" tIns="0" rIns="0" bIns="0" rtlCol="0" anchor="b" anchorCtr="0"/>
          <a:lstStyle>
            <a:lvl1pPr algn="r">
              <a:defRPr sz="1000">
                <a:solidFill>
                  <a:schemeClr val="bg2">
                    <a:lumMod val="50000"/>
                    <a:lumOff val="50000"/>
                  </a:schemeClr>
                </a:solidFill>
                <a:latin typeface="+mn-lt"/>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1749787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Footer Placeholder 4"/>
          <p:cNvSpPr>
            <a:spLocks noGrp="1"/>
          </p:cNvSpPr>
          <p:nvPr>
            <p:ph type="ftr" sz="quarter" idx="3"/>
          </p:nvPr>
        </p:nvSpPr>
        <p:spPr>
          <a:xfrm>
            <a:off x="381002" y="6576387"/>
            <a:ext cx="5714999" cy="206375"/>
          </a:xfrm>
          <a:prstGeom prst="rect">
            <a:avLst/>
          </a:prstGeom>
        </p:spPr>
        <p:txBody>
          <a:bodyPr vert="horz" lIns="0" tIns="0" rIns="0" bIns="0" rtlCol="0" anchor="b" anchorCtr="0"/>
          <a:lstStyle>
            <a:lvl1pPr algn="l">
              <a:defRPr sz="1000">
                <a:solidFill>
                  <a:schemeClr val="bg2">
                    <a:lumMod val="50000"/>
                    <a:lumOff val="50000"/>
                  </a:schemeClr>
                </a:solidFill>
                <a:latin typeface="+mn-lt"/>
              </a:defRPr>
            </a:lvl1pPr>
          </a:lstStyle>
          <a:p>
            <a:r>
              <a:rPr lang="en-US" dirty="0"/>
              <a:t>Copyright © 2017 Accenture  All rights reserved.</a:t>
            </a:r>
          </a:p>
        </p:txBody>
      </p:sp>
      <p:sp>
        <p:nvSpPr>
          <p:cNvPr id="7" name="Slide Number Placeholder 5"/>
          <p:cNvSpPr>
            <a:spLocks noGrp="1"/>
          </p:cNvSpPr>
          <p:nvPr>
            <p:ph type="sldNum" sz="quarter" idx="4"/>
          </p:nvPr>
        </p:nvSpPr>
        <p:spPr>
          <a:xfrm>
            <a:off x="11506202" y="6576387"/>
            <a:ext cx="304799" cy="206375"/>
          </a:xfrm>
          <a:prstGeom prst="rect">
            <a:avLst/>
          </a:prstGeom>
        </p:spPr>
        <p:txBody>
          <a:bodyPr vert="horz" lIns="0" tIns="0" rIns="0" bIns="0" rtlCol="0" anchor="b" anchorCtr="0"/>
          <a:lstStyle>
            <a:lvl1pPr algn="r">
              <a:defRPr sz="1000">
                <a:solidFill>
                  <a:schemeClr val="bg2">
                    <a:lumMod val="50000"/>
                    <a:lumOff val="50000"/>
                  </a:schemeClr>
                </a:solidFill>
                <a:latin typeface="+mn-lt"/>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35457591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Slide 1">
    <p:spTree>
      <p:nvGrpSpPr>
        <p:cNvPr id="1" name=""/>
        <p:cNvGrpSpPr/>
        <p:nvPr/>
      </p:nvGrpSpPr>
      <p:grpSpPr>
        <a:xfrm>
          <a:off x="0" y="0"/>
          <a:ext cx="0" cy="0"/>
          <a:chOff x="0" y="0"/>
          <a:chExt cx="0" cy="0"/>
        </a:xfrm>
      </p:grpSpPr>
      <p:pic>
        <p:nvPicPr>
          <p:cNvPr id="5" name="Picture 2" descr="Image result for circuit hardware"/>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a:stretch/>
        </p:blipFill>
        <p:spPr bwMode="auto">
          <a:xfrm>
            <a:off x="-35668" y="-1"/>
            <a:ext cx="12227668" cy="685800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userDrawn="1"/>
        </p:nvSpPr>
        <p:spPr>
          <a:xfrm>
            <a:off x="-35668" y="-1"/>
            <a:ext cx="12227668" cy="6858001"/>
          </a:xfrm>
          <a:prstGeom prst="rect">
            <a:avLst/>
          </a:prstGeom>
          <a:gradFill>
            <a:gsLst>
              <a:gs pos="22000">
                <a:schemeClr val="bg1">
                  <a:alpha val="62000"/>
                </a:schemeClr>
              </a:gs>
              <a:gs pos="100000">
                <a:schemeClr val="bg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p:cNvSpPr>
            <a:spLocks noGrp="1"/>
          </p:cNvSpPr>
          <p:nvPr>
            <p:ph type="ctrTitle" hasCustomPrompt="1"/>
          </p:nvPr>
        </p:nvSpPr>
        <p:spPr>
          <a:xfrm>
            <a:off x="463296" y="539496"/>
            <a:ext cx="5120640" cy="6035040"/>
          </a:xfrm>
          <a:prstGeom prst="rect">
            <a:avLst/>
          </a:prstGeom>
          <a:ln>
            <a:noFill/>
          </a:ln>
        </p:spPr>
        <p:txBody>
          <a:bodyPr lIns="91440" tIns="91440" rIns="91440" bIns="91440" anchor="t" anchorCtr="0">
            <a:noAutofit/>
          </a:bodyPr>
          <a:lstStyle>
            <a:lvl1pPr algn="l">
              <a:lnSpc>
                <a:spcPct val="80000"/>
              </a:lnSpc>
              <a:defRPr sz="4800" b="0" spc="0" baseline="0">
                <a:solidFill>
                  <a:schemeClr val="tx1"/>
                </a:solidFill>
                <a:latin typeface="Graphik Black" panose="020B0A03030202060203" pitchFamily="34" charset="0"/>
                <a:cs typeface="Arial" pitchFamily="34" charset="0"/>
              </a:defRPr>
            </a:lvl1pPr>
          </a:lstStyle>
          <a:p>
            <a:r>
              <a:rPr lang="en-US" dirty="0"/>
              <a:t>Click to edit Master title style </a:t>
            </a:r>
            <a:endParaRPr lang="en-GB" dirty="0"/>
          </a:p>
        </p:txBody>
      </p:sp>
      <p:cxnSp>
        <p:nvCxnSpPr>
          <p:cNvPr id="11" name="Straight Connector 10"/>
          <p:cNvCxnSpPr/>
          <p:nvPr userDrawn="1"/>
        </p:nvCxnSpPr>
        <p:spPr>
          <a:xfrm>
            <a:off x="463296" y="0"/>
            <a:ext cx="0" cy="2368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52632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2000">
              <a:schemeClr val="tx1"/>
            </a:gs>
            <a:gs pos="100000">
              <a:schemeClr val="tx1">
                <a:lumMod val="95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9144"/>
            <a:ext cx="11430000" cy="990601"/>
          </a:xfrm>
          <a:prstGeom prst="rect">
            <a:avLst/>
          </a:prstGeom>
        </p:spPr>
        <p:txBody>
          <a:bodyPr vert="horz" lIns="0" tIns="4572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381000" y="981457"/>
            <a:ext cx="11430000" cy="5357721"/>
          </a:xfrm>
          <a:prstGeom prst="rect">
            <a:avLst/>
          </a:prstGeom>
        </p:spPr>
        <p:txBody>
          <a:bodyPr vert="horz" lIns="0" tIns="91440" rIns="0" bIns="45720" rtlCol="0">
            <a:normAutofit/>
          </a:bodyPr>
          <a:lstStyle/>
          <a:p>
            <a:pPr marL="0" lvl="0" indent="0" algn="l" defTabSz="914377" rtl="0" eaLnBrk="1" latinLnBrk="0" hangingPunct="1">
              <a:lnSpc>
                <a:spcPct val="85000"/>
              </a:lnSpc>
              <a:spcBef>
                <a:spcPts val="0"/>
              </a:spcBef>
              <a:spcAft>
                <a:spcPts val="1200"/>
              </a:spcAft>
              <a:buFont typeface="Arial" panose="020B0604020202020204" pitchFamily="34" charset="0"/>
              <a:buNone/>
            </a:pPr>
            <a:r>
              <a:rPr lang="en-US" dirty="0"/>
              <a:t>Edit Master text styles</a:t>
            </a:r>
          </a:p>
          <a:p>
            <a:pPr lvl="1"/>
            <a:r>
              <a:rPr lang="en-US" dirty="0"/>
              <a:t>Second level</a:t>
            </a:r>
          </a:p>
          <a:p>
            <a:pPr lvl="2"/>
            <a:r>
              <a:rPr lang="en-US" dirty="0"/>
              <a:t>Third level</a:t>
            </a:r>
          </a:p>
        </p:txBody>
      </p:sp>
      <p:sp>
        <p:nvSpPr>
          <p:cNvPr id="5" name="Footer Placeholder 4"/>
          <p:cNvSpPr>
            <a:spLocks noGrp="1"/>
          </p:cNvSpPr>
          <p:nvPr>
            <p:ph type="ftr" sz="quarter" idx="3"/>
          </p:nvPr>
        </p:nvSpPr>
        <p:spPr>
          <a:xfrm>
            <a:off x="381002" y="6576387"/>
            <a:ext cx="5714999" cy="206375"/>
          </a:xfrm>
          <a:prstGeom prst="rect">
            <a:avLst/>
          </a:prstGeom>
        </p:spPr>
        <p:txBody>
          <a:bodyPr vert="horz" lIns="0" tIns="0" rIns="0" bIns="0" rtlCol="0" anchor="b" anchorCtr="0"/>
          <a:lstStyle>
            <a:lvl1pPr algn="l">
              <a:defRPr sz="1000">
                <a:solidFill>
                  <a:schemeClr val="tx1">
                    <a:lumMod val="50000"/>
                  </a:schemeClr>
                </a:solidFill>
                <a:latin typeface="+mn-lt"/>
              </a:defRPr>
            </a:lvl1pPr>
          </a:lstStyle>
          <a:p>
            <a:r>
              <a:rPr lang="en-US" dirty="0"/>
              <a:t>Copyright © 2017 Accenture  All rights reserved.</a:t>
            </a:r>
          </a:p>
        </p:txBody>
      </p:sp>
      <p:sp>
        <p:nvSpPr>
          <p:cNvPr id="6" name="Slide Number Placeholder 5"/>
          <p:cNvSpPr>
            <a:spLocks noGrp="1"/>
          </p:cNvSpPr>
          <p:nvPr>
            <p:ph type="sldNum" sz="quarter" idx="4"/>
          </p:nvPr>
        </p:nvSpPr>
        <p:spPr>
          <a:xfrm>
            <a:off x="11506202" y="6576387"/>
            <a:ext cx="304799" cy="206375"/>
          </a:xfrm>
          <a:prstGeom prst="rect">
            <a:avLst/>
          </a:prstGeom>
        </p:spPr>
        <p:txBody>
          <a:bodyPr vert="horz" lIns="0" tIns="0" rIns="0" bIns="0" rtlCol="0" anchor="b" anchorCtr="0"/>
          <a:lstStyle>
            <a:lvl1pPr algn="r">
              <a:defRPr sz="1000">
                <a:solidFill>
                  <a:schemeClr val="tx1">
                    <a:lumMod val="50000"/>
                  </a:schemeClr>
                </a:solidFill>
                <a:latin typeface="+mn-lt"/>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1366956491"/>
      </p:ext>
    </p:extLst>
  </p:cSld>
  <p:clrMap bg1="dk1" tx1="lt1" bg2="dk2" tx2="lt2" accent1="accent1" accent2="accent2" accent3="accent3" accent4="accent4" accent5="accent5" accent6="accent6" hlink="hlink" folHlink="folHlink"/>
  <p:sldLayoutIdLst>
    <p:sldLayoutId id="2147483716" r:id="rId1"/>
    <p:sldLayoutId id="2147483726" r:id="rId2"/>
    <p:sldLayoutId id="2147483718" r:id="rId3"/>
    <p:sldLayoutId id="2147483719" r:id="rId4"/>
    <p:sldLayoutId id="2147483720" r:id="rId5"/>
    <p:sldLayoutId id="2147483721" r:id="rId6"/>
    <p:sldLayoutId id="2147483722" r:id="rId7"/>
    <p:sldLayoutId id="2147483723" r:id="rId8"/>
  </p:sldLayoutIdLst>
  <p:hf hdr="0" dt="0"/>
  <p:txStyles>
    <p:titleStyle>
      <a:lvl1pPr marL="0" indent="0" algn="l" defTabSz="914377" rtl="0" eaLnBrk="1" latinLnBrk="0" hangingPunct="1">
        <a:lnSpc>
          <a:spcPct val="70000"/>
        </a:lnSpc>
        <a:spcBef>
          <a:spcPct val="0"/>
        </a:spcBef>
        <a:buNone/>
        <a:defRPr sz="2800" b="1" kern="1200" cap="all" baseline="0">
          <a:solidFill>
            <a:schemeClr val="bg1"/>
          </a:solidFill>
          <a:latin typeface="+mj-lt"/>
          <a:ea typeface="+mj-ea"/>
          <a:cs typeface="+mj-cs"/>
        </a:defRPr>
      </a:lvl1pPr>
    </p:titleStyle>
    <p:bodyStyle>
      <a:lvl1pPr marL="55561" indent="0" algn="l" defTabSz="914377" rtl="0" eaLnBrk="1" latinLnBrk="0" hangingPunct="1">
        <a:lnSpc>
          <a:spcPct val="85000"/>
        </a:lnSpc>
        <a:spcBef>
          <a:spcPts val="0"/>
        </a:spcBef>
        <a:spcAft>
          <a:spcPts val="1200"/>
        </a:spcAft>
        <a:buFont typeface="Arial" panose="020B0604020202020204" pitchFamily="34" charset="0"/>
        <a:buNone/>
        <a:defRPr lang="en-US" sz="2000" b="1" kern="1200" cap="none" baseline="0" dirty="0">
          <a:solidFill>
            <a:schemeClr val="bg1">
              <a:lumMod val="65000"/>
              <a:lumOff val="35000"/>
            </a:schemeClr>
          </a:solidFill>
          <a:latin typeface="+mn-lt"/>
          <a:ea typeface="+mn-ea"/>
          <a:cs typeface="+mn-cs"/>
        </a:defRPr>
      </a:lvl1pPr>
      <a:lvl2pPr marL="285744" indent="-230182" algn="l" defTabSz="914377" rtl="0" eaLnBrk="1" latinLnBrk="0" hangingPunct="1">
        <a:lnSpc>
          <a:spcPct val="100000"/>
        </a:lnSpc>
        <a:spcBef>
          <a:spcPts val="0"/>
        </a:spcBef>
        <a:spcAft>
          <a:spcPts val="1200"/>
        </a:spcAft>
        <a:buFont typeface="Arial" panose="020B0604020202020204" pitchFamily="34" charset="0"/>
        <a:buChar char="•"/>
        <a:defRPr sz="1800" kern="1200">
          <a:solidFill>
            <a:schemeClr val="bg1"/>
          </a:solidFill>
          <a:latin typeface="+mn-lt"/>
          <a:ea typeface="+mn-ea"/>
          <a:cs typeface="+mn-cs"/>
        </a:defRPr>
      </a:lvl2pPr>
      <a:lvl3pPr marL="514338" indent="-230182" algn="l" defTabSz="914377" rtl="0" eaLnBrk="1" latinLnBrk="0" hangingPunct="1">
        <a:lnSpc>
          <a:spcPct val="110000"/>
        </a:lnSpc>
        <a:spcBef>
          <a:spcPts val="0"/>
        </a:spcBef>
        <a:spcAft>
          <a:spcPts val="600"/>
        </a:spcAft>
        <a:buFont typeface="Graphik" panose="020B0503030202060203" pitchFamily="34" charset="0"/>
        <a:buChar char="–"/>
        <a:defRPr sz="1400" kern="1200">
          <a:solidFill>
            <a:schemeClr val="bg1"/>
          </a:solidFill>
          <a:latin typeface="+mn-lt"/>
          <a:ea typeface="+mn-ea"/>
          <a:cs typeface="+mn-cs"/>
        </a:defRPr>
      </a:lvl3pPr>
      <a:lvl4pPr marL="685783" indent="-171446" algn="l" defTabSz="914377" rtl="0" eaLnBrk="1" latinLnBrk="0" hangingPunct="1">
        <a:lnSpc>
          <a:spcPct val="11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57229"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1028674" indent="-17303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6pPr>
      <a:lvl7pPr marL="55561"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55561"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55561"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152">
          <p15:clr>
            <a:srgbClr val="F26B43"/>
          </p15:clr>
        </p15:guide>
        <p15:guide id="2" pos="5640">
          <p15:clr>
            <a:srgbClr val="F26B43"/>
          </p15:clr>
        </p15:guide>
        <p15:guide id="3">
          <p15:clr>
            <a:srgbClr val="F26B43"/>
          </p15:clr>
        </p15:guide>
        <p15:guide id="6" orient="horz">
          <p15:clr>
            <a:srgbClr val="F26B43"/>
          </p15:clr>
        </p15:guide>
        <p15:guide id="8" pos="7680">
          <p15:clr>
            <a:srgbClr val="F26B43"/>
          </p15:clr>
        </p15:guide>
        <p15:guide id="9" pos="240">
          <p15:clr>
            <a:srgbClr val="F26B43"/>
          </p15:clr>
        </p15:guide>
        <p15:guide id="10" orient="horz" pos="4224">
          <p15:clr>
            <a:srgbClr val="F26B43"/>
          </p15:clr>
        </p15:guide>
        <p15:guide id="11" pos="3840">
          <p15:clr>
            <a:srgbClr val="F26B43"/>
          </p15:clr>
        </p15:guide>
        <p15:guide id="13" pos="2040">
          <p15:clr>
            <a:srgbClr val="F26B43"/>
          </p15:clr>
        </p15:guide>
        <p15:guide id="14" pos="7440">
          <p15:clr>
            <a:srgbClr val="F26B43"/>
          </p15:clr>
        </p15:guide>
        <p15:guide id="16" orient="horz" pos="240">
          <p15:clr>
            <a:srgbClr val="F26B43"/>
          </p15:clr>
        </p15:guide>
        <p15:guide id="17" orient="horz" pos="410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hyperlink" Target="https://bitbucket.org/product/features" TargetMode="External"/><Relationship Id="rId2" Type="http://schemas.openxmlformats.org/officeDocument/2006/relationships/hyperlink" Target="https://bitbucket.org/" TargetMode="Externa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6883" y="3465576"/>
            <a:ext cx="7946136" cy="1984248"/>
          </a:xfrm>
        </p:spPr>
        <p:txBody>
          <a:bodyPr/>
          <a:lstStyle/>
          <a:p>
            <a:pPr>
              <a:lnSpc>
                <a:spcPct val="70000"/>
              </a:lnSpc>
            </a:pPr>
            <a:r>
              <a:rPr lang="en-US" sz="7200" dirty="0"/>
              <a:t>bitbucket</a:t>
            </a:r>
          </a:p>
        </p:txBody>
      </p:sp>
    </p:spTree>
    <p:extLst>
      <p:ext uri="{BB962C8B-B14F-4D97-AF65-F5344CB8AC3E}">
        <p14:creationId xmlns:p14="http://schemas.microsoft.com/office/powerpoint/2010/main" val="3015700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Bitbucket</a:t>
            </a:r>
          </a:p>
        </p:txBody>
      </p:sp>
      <p:sp>
        <p:nvSpPr>
          <p:cNvPr id="4" name="Text Placeholder 3"/>
          <p:cNvSpPr>
            <a:spLocks noGrp="1"/>
          </p:cNvSpPr>
          <p:nvPr>
            <p:ph type="body" sz="quarter" idx="10"/>
          </p:nvPr>
        </p:nvSpPr>
        <p:spPr/>
        <p:txBody>
          <a:bodyPr/>
          <a:lstStyle/>
          <a:p>
            <a:r>
              <a:rPr lang="en-US" dirty="0"/>
              <a:t>Overview</a:t>
            </a:r>
          </a:p>
        </p:txBody>
      </p:sp>
      <p:sp>
        <p:nvSpPr>
          <p:cNvPr id="6" name="Footer Placeholder 5"/>
          <p:cNvSpPr>
            <a:spLocks noGrp="1"/>
          </p:cNvSpPr>
          <p:nvPr>
            <p:ph type="ftr" sz="quarter" idx="3"/>
          </p:nvPr>
        </p:nvSpPr>
        <p:spPr/>
        <p:txBody>
          <a:bodyPr/>
          <a:lstStyle/>
          <a:p>
            <a:r>
              <a:rPr lang="en-US"/>
              <a:t>Copyright © 2017 Accenture  All rights reserved.</a:t>
            </a:r>
            <a:endParaRPr lang="en-US" dirty="0"/>
          </a:p>
        </p:txBody>
      </p:sp>
      <p:sp>
        <p:nvSpPr>
          <p:cNvPr id="7" name="Slide Number Placeholder 6"/>
          <p:cNvSpPr>
            <a:spLocks noGrp="1"/>
          </p:cNvSpPr>
          <p:nvPr>
            <p:ph type="sldNum" sz="quarter" idx="4"/>
          </p:nvPr>
        </p:nvSpPr>
        <p:spPr/>
        <p:txBody>
          <a:bodyPr/>
          <a:lstStyle/>
          <a:p>
            <a:fld id="{4F9AC08D-23A9-440E-BCB9-AA1E9877CC38}" type="slidenum">
              <a:rPr lang="en-US" smtClean="0"/>
              <a:pPr/>
              <a:t>2</a:t>
            </a:fld>
            <a:endParaRPr lang="en-US" dirty="0"/>
          </a:p>
        </p:txBody>
      </p:sp>
      <p:sp>
        <p:nvSpPr>
          <p:cNvPr id="9" name="TextBox 8">
            <a:extLst>
              <a:ext uri="{FF2B5EF4-FFF2-40B4-BE49-F238E27FC236}">
                <a16:creationId xmlns:a16="http://schemas.microsoft.com/office/drawing/2014/main" id="{1E7E203B-3267-4A26-B97C-A1D73C52460F}"/>
              </a:ext>
            </a:extLst>
          </p:cNvPr>
          <p:cNvSpPr txBox="1"/>
          <p:nvPr/>
        </p:nvSpPr>
        <p:spPr>
          <a:xfrm>
            <a:off x="5181600" y="1746504"/>
            <a:ext cx="5961888" cy="4031873"/>
          </a:xfrm>
          <a:prstGeom prst="rect">
            <a:avLst/>
          </a:prstGeom>
          <a:noFill/>
        </p:spPr>
        <p:txBody>
          <a:bodyPr wrap="square" rtlCol="0">
            <a:spAutoFit/>
          </a:bodyPr>
          <a:lstStyle/>
          <a:p>
            <a:pPr marL="285750" indent="-285750" algn="just" eaLnBrk="0" fontAlgn="base" hangingPunct="0">
              <a:lnSpc>
                <a:spcPct val="80000"/>
              </a:lnSpc>
              <a:spcBef>
                <a:spcPct val="0"/>
              </a:spcBef>
              <a:spcAft>
                <a:spcPct val="0"/>
              </a:spcAft>
              <a:buFont typeface="Arial" panose="020B0604020202020204" pitchFamily="34" charset="0"/>
              <a:buChar char="•"/>
            </a:pPr>
            <a:r>
              <a:rPr lang="en-US" sz="2000" dirty="0">
                <a:solidFill>
                  <a:srgbClr val="010203"/>
                </a:solidFill>
                <a:latin typeface="+mj-lt"/>
              </a:rPr>
              <a:t>Bitbucket is a web-based hosting solution for projects that use either the Mercurial or Git revision control systems. Developed for professional teams, </a:t>
            </a:r>
            <a:r>
              <a:rPr lang="en-US" sz="2000" dirty="0" err="1">
                <a:solidFill>
                  <a:srgbClr val="010203"/>
                </a:solidFill>
                <a:latin typeface="+mj-lt"/>
              </a:rPr>
              <a:t>BitBucket</a:t>
            </a:r>
            <a:r>
              <a:rPr lang="en-US" sz="2000" dirty="0">
                <a:solidFill>
                  <a:srgbClr val="010203"/>
                </a:solidFill>
                <a:latin typeface="+mj-lt"/>
              </a:rPr>
              <a:t> enables users to code, manage, and collaborate on Git projects.</a:t>
            </a:r>
          </a:p>
          <a:p>
            <a:pPr marL="285750" indent="-285750" algn="just" eaLnBrk="0" fontAlgn="base" hangingPunct="0">
              <a:lnSpc>
                <a:spcPct val="80000"/>
              </a:lnSpc>
              <a:spcBef>
                <a:spcPct val="0"/>
              </a:spcBef>
              <a:spcAft>
                <a:spcPct val="0"/>
              </a:spcAft>
              <a:buFont typeface="Arial" panose="020B0604020202020204" pitchFamily="34" charset="0"/>
              <a:buChar char="•"/>
            </a:pPr>
            <a:endParaRPr lang="en-US" sz="2000" dirty="0">
              <a:solidFill>
                <a:srgbClr val="010203"/>
              </a:solidFill>
              <a:latin typeface="+mj-lt"/>
            </a:endParaRPr>
          </a:p>
          <a:p>
            <a:pPr marL="285750" indent="-285750" algn="just" eaLnBrk="0" fontAlgn="base" hangingPunct="0">
              <a:lnSpc>
                <a:spcPct val="80000"/>
              </a:lnSpc>
              <a:spcBef>
                <a:spcPct val="0"/>
              </a:spcBef>
              <a:spcAft>
                <a:spcPct val="0"/>
              </a:spcAft>
              <a:buFont typeface="Arial" panose="020B0604020202020204" pitchFamily="34" charset="0"/>
              <a:buChar char="•"/>
            </a:pPr>
            <a:r>
              <a:rPr lang="en-US" sz="2000" dirty="0" err="1">
                <a:solidFill>
                  <a:srgbClr val="010203"/>
                </a:solidFill>
                <a:latin typeface="+mj-lt"/>
              </a:rPr>
              <a:t>BitBucket</a:t>
            </a:r>
            <a:r>
              <a:rPr lang="en-US" sz="2000" dirty="0">
                <a:solidFill>
                  <a:srgbClr val="010203"/>
                </a:solidFill>
                <a:latin typeface="+mj-lt"/>
              </a:rPr>
              <a:t> provides tons of benefits for professional developers and code workers. It comes with a distributed control system that allows easy collaboration and massive scaling. It can be deployed according to the needs and sizes of teams and users have the option to host it on their servers or in the cloud. </a:t>
            </a:r>
            <a:r>
              <a:rPr lang="en-US" sz="2000" dirty="0" err="1">
                <a:solidFill>
                  <a:srgbClr val="010203"/>
                </a:solidFill>
                <a:latin typeface="+mj-lt"/>
              </a:rPr>
              <a:t>BitBucket</a:t>
            </a:r>
            <a:r>
              <a:rPr lang="en-US" sz="2000" dirty="0">
                <a:solidFill>
                  <a:srgbClr val="010203"/>
                </a:solidFill>
                <a:latin typeface="+mj-lt"/>
              </a:rPr>
              <a:t> also boasts unlimited private and public repositories.</a:t>
            </a:r>
          </a:p>
        </p:txBody>
      </p:sp>
      <p:pic>
        <p:nvPicPr>
          <p:cNvPr id="8" name="Picture 7">
            <a:extLst>
              <a:ext uri="{FF2B5EF4-FFF2-40B4-BE49-F238E27FC236}">
                <a16:creationId xmlns:a16="http://schemas.microsoft.com/office/drawing/2014/main" id="{B19E2D49-0355-4F49-9BD4-823844F97C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4816" y="1857811"/>
            <a:ext cx="3474720" cy="3474720"/>
          </a:xfrm>
          <a:prstGeom prst="rect">
            <a:avLst/>
          </a:prstGeom>
        </p:spPr>
      </p:pic>
    </p:spTree>
    <p:extLst>
      <p:ext uri="{BB962C8B-B14F-4D97-AF65-F5344CB8AC3E}">
        <p14:creationId xmlns:p14="http://schemas.microsoft.com/office/powerpoint/2010/main" val="294568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Bitbucket</a:t>
            </a:r>
          </a:p>
        </p:txBody>
      </p:sp>
      <p:sp>
        <p:nvSpPr>
          <p:cNvPr id="4" name="Text Placeholder 3"/>
          <p:cNvSpPr>
            <a:spLocks noGrp="1"/>
          </p:cNvSpPr>
          <p:nvPr>
            <p:ph type="body" sz="quarter" idx="10"/>
          </p:nvPr>
        </p:nvSpPr>
        <p:spPr/>
        <p:txBody>
          <a:bodyPr/>
          <a:lstStyle/>
          <a:p>
            <a:r>
              <a:rPr lang="en-US" dirty="0"/>
              <a:t>The need of online collaborative work.</a:t>
            </a:r>
          </a:p>
        </p:txBody>
      </p:sp>
      <p:sp>
        <p:nvSpPr>
          <p:cNvPr id="6" name="Footer Placeholder 5"/>
          <p:cNvSpPr>
            <a:spLocks noGrp="1"/>
          </p:cNvSpPr>
          <p:nvPr>
            <p:ph type="ftr" sz="quarter" idx="3"/>
          </p:nvPr>
        </p:nvSpPr>
        <p:spPr/>
        <p:txBody>
          <a:bodyPr/>
          <a:lstStyle/>
          <a:p>
            <a:r>
              <a:rPr lang="en-US"/>
              <a:t>Copyright © 2017 Accenture  All rights reserved.</a:t>
            </a:r>
            <a:endParaRPr lang="en-US" dirty="0"/>
          </a:p>
        </p:txBody>
      </p:sp>
      <p:sp>
        <p:nvSpPr>
          <p:cNvPr id="7" name="Slide Number Placeholder 6"/>
          <p:cNvSpPr>
            <a:spLocks noGrp="1"/>
          </p:cNvSpPr>
          <p:nvPr>
            <p:ph type="sldNum" sz="quarter" idx="4"/>
          </p:nvPr>
        </p:nvSpPr>
        <p:spPr/>
        <p:txBody>
          <a:bodyPr/>
          <a:lstStyle/>
          <a:p>
            <a:fld id="{4F9AC08D-23A9-440E-BCB9-AA1E9877CC38}" type="slidenum">
              <a:rPr lang="en-US" smtClean="0"/>
              <a:pPr/>
              <a:t>3</a:t>
            </a:fld>
            <a:endParaRPr lang="en-US" dirty="0"/>
          </a:p>
        </p:txBody>
      </p:sp>
      <p:sp>
        <p:nvSpPr>
          <p:cNvPr id="14" name="TextBox 13">
            <a:extLst>
              <a:ext uri="{FF2B5EF4-FFF2-40B4-BE49-F238E27FC236}">
                <a16:creationId xmlns:a16="http://schemas.microsoft.com/office/drawing/2014/main" id="{90E2E46B-649F-4EEA-A8BB-B8C7C76531AD}"/>
              </a:ext>
            </a:extLst>
          </p:cNvPr>
          <p:cNvSpPr txBox="1"/>
          <p:nvPr/>
        </p:nvSpPr>
        <p:spPr>
          <a:xfrm>
            <a:off x="381000" y="1709928"/>
            <a:ext cx="9336024" cy="2554545"/>
          </a:xfrm>
          <a:prstGeom prst="rect">
            <a:avLst/>
          </a:prstGeom>
          <a:noFill/>
        </p:spPr>
        <p:txBody>
          <a:bodyPr wrap="square" rtlCol="0">
            <a:spAutoFit/>
          </a:bodyPr>
          <a:lstStyle/>
          <a:p>
            <a:pPr marL="457200" indent="-457200" algn="just" eaLnBrk="0" fontAlgn="base" hangingPunct="0">
              <a:lnSpc>
                <a:spcPct val="80000"/>
              </a:lnSpc>
              <a:spcBef>
                <a:spcPct val="0"/>
              </a:spcBef>
              <a:spcAft>
                <a:spcPct val="0"/>
              </a:spcAft>
              <a:buFont typeface="+mj-lt"/>
              <a:buAutoNum type="arabicPeriod"/>
            </a:pPr>
            <a:r>
              <a:rPr lang="en-US" sz="2000" dirty="0">
                <a:solidFill>
                  <a:srgbClr val="010203"/>
                </a:solidFill>
                <a:latin typeface="+mj-lt"/>
              </a:rPr>
              <a:t>Track your change sets, monitor your source code edits, and drill through to your source files.</a:t>
            </a:r>
          </a:p>
          <a:p>
            <a:pPr marL="457200" indent="-457200" algn="just" eaLnBrk="0" fontAlgn="base" hangingPunct="0">
              <a:lnSpc>
                <a:spcPct val="80000"/>
              </a:lnSpc>
              <a:spcBef>
                <a:spcPct val="0"/>
              </a:spcBef>
              <a:spcAft>
                <a:spcPct val="0"/>
              </a:spcAft>
              <a:buFont typeface="+mj-lt"/>
              <a:buAutoNum type="arabicPeriod"/>
            </a:pPr>
            <a:endParaRPr lang="en-US" sz="2000" dirty="0">
              <a:solidFill>
                <a:srgbClr val="010203"/>
              </a:solidFill>
              <a:latin typeface="+mj-lt"/>
            </a:endParaRPr>
          </a:p>
          <a:p>
            <a:pPr marL="457200" indent="-457200" algn="just" eaLnBrk="0" fontAlgn="base" hangingPunct="0">
              <a:lnSpc>
                <a:spcPct val="80000"/>
              </a:lnSpc>
              <a:spcBef>
                <a:spcPct val="0"/>
              </a:spcBef>
              <a:spcAft>
                <a:spcPct val="0"/>
              </a:spcAft>
              <a:buFont typeface="+mj-lt"/>
              <a:buAutoNum type="arabicPeriod"/>
            </a:pPr>
            <a:r>
              <a:rPr lang="en-US" sz="2000" dirty="0">
                <a:solidFill>
                  <a:srgbClr val="010203"/>
                </a:solidFill>
                <a:latin typeface="+mj-lt"/>
              </a:rPr>
              <a:t>It’s worth having a back-up.</a:t>
            </a:r>
          </a:p>
          <a:p>
            <a:pPr marL="457200" indent="-457200" algn="just" eaLnBrk="0" fontAlgn="base" hangingPunct="0">
              <a:lnSpc>
                <a:spcPct val="80000"/>
              </a:lnSpc>
              <a:spcBef>
                <a:spcPct val="0"/>
              </a:spcBef>
              <a:spcAft>
                <a:spcPct val="0"/>
              </a:spcAft>
              <a:buFont typeface="+mj-lt"/>
              <a:buAutoNum type="arabicPeriod"/>
            </a:pPr>
            <a:endParaRPr lang="en-US" sz="2000" dirty="0">
              <a:solidFill>
                <a:srgbClr val="010203"/>
              </a:solidFill>
              <a:latin typeface="+mj-lt"/>
            </a:endParaRPr>
          </a:p>
          <a:p>
            <a:pPr marL="457200" indent="-457200" algn="just" eaLnBrk="0" fontAlgn="base" hangingPunct="0">
              <a:lnSpc>
                <a:spcPct val="80000"/>
              </a:lnSpc>
              <a:spcBef>
                <a:spcPct val="0"/>
              </a:spcBef>
              <a:spcAft>
                <a:spcPct val="0"/>
              </a:spcAft>
              <a:buFont typeface="+mj-lt"/>
              <a:buAutoNum type="arabicPeriod"/>
            </a:pPr>
            <a:r>
              <a:rPr lang="en-US" sz="2000" dirty="0">
                <a:solidFill>
                  <a:srgbClr val="010203"/>
                </a:solidFill>
                <a:latin typeface="+mj-lt"/>
              </a:rPr>
              <a:t>The quicker you make your code publicly available, the quicker you gain feedback and people to help you.</a:t>
            </a:r>
          </a:p>
          <a:p>
            <a:pPr marL="457200" indent="-457200" algn="just" eaLnBrk="0" fontAlgn="base" hangingPunct="0">
              <a:lnSpc>
                <a:spcPct val="80000"/>
              </a:lnSpc>
              <a:spcBef>
                <a:spcPct val="0"/>
              </a:spcBef>
              <a:spcAft>
                <a:spcPct val="0"/>
              </a:spcAft>
              <a:buFont typeface="+mj-lt"/>
              <a:buAutoNum type="arabicPeriod"/>
            </a:pPr>
            <a:endParaRPr lang="en-US" sz="2000" dirty="0">
              <a:solidFill>
                <a:srgbClr val="010203"/>
              </a:solidFill>
              <a:latin typeface="+mj-lt"/>
            </a:endParaRPr>
          </a:p>
          <a:p>
            <a:pPr marL="457200" indent="-457200" algn="just" eaLnBrk="0" fontAlgn="base" hangingPunct="0">
              <a:lnSpc>
                <a:spcPct val="80000"/>
              </a:lnSpc>
              <a:spcBef>
                <a:spcPct val="0"/>
              </a:spcBef>
              <a:spcAft>
                <a:spcPct val="0"/>
              </a:spcAft>
              <a:buFont typeface="+mj-lt"/>
              <a:buAutoNum type="arabicPeriod"/>
            </a:pPr>
            <a:r>
              <a:rPr lang="en-US" sz="2000" dirty="0">
                <a:solidFill>
                  <a:srgbClr val="010203"/>
                </a:solidFill>
                <a:latin typeface="+mj-lt"/>
              </a:rPr>
              <a:t>Getting feedback of users and interested developers who might want to join your team, provide helpful idea and move this project forward.</a:t>
            </a:r>
          </a:p>
        </p:txBody>
      </p:sp>
    </p:spTree>
    <p:extLst>
      <p:ext uri="{BB962C8B-B14F-4D97-AF65-F5344CB8AC3E}">
        <p14:creationId xmlns:p14="http://schemas.microsoft.com/office/powerpoint/2010/main" val="3743690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Bitbucket</a:t>
            </a:r>
          </a:p>
        </p:txBody>
      </p:sp>
      <p:sp>
        <p:nvSpPr>
          <p:cNvPr id="4" name="Text Placeholder 3"/>
          <p:cNvSpPr>
            <a:spLocks noGrp="1"/>
          </p:cNvSpPr>
          <p:nvPr>
            <p:ph type="body" sz="quarter" idx="10"/>
          </p:nvPr>
        </p:nvSpPr>
        <p:spPr/>
        <p:txBody>
          <a:bodyPr/>
          <a:lstStyle/>
          <a:p>
            <a:r>
              <a:rPr lang="en-US" dirty="0"/>
              <a:t>Repository</a:t>
            </a:r>
          </a:p>
        </p:txBody>
      </p:sp>
      <p:sp>
        <p:nvSpPr>
          <p:cNvPr id="6" name="Footer Placeholder 5"/>
          <p:cNvSpPr>
            <a:spLocks noGrp="1"/>
          </p:cNvSpPr>
          <p:nvPr>
            <p:ph type="ftr" sz="quarter" idx="3"/>
          </p:nvPr>
        </p:nvSpPr>
        <p:spPr/>
        <p:txBody>
          <a:bodyPr/>
          <a:lstStyle/>
          <a:p>
            <a:r>
              <a:rPr lang="en-US"/>
              <a:t>Copyright © 2017 Accenture  All rights reserved.</a:t>
            </a:r>
            <a:endParaRPr lang="en-US" dirty="0"/>
          </a:p>
        </p:txBody>
      </p:sp>
      <p:sp>
        <p:nvSpPr>
          <p:cNvPr id="7" name="Slide Number Placeholder 6"/>
          <p:cNvSpPr>
            <a:spLocks noGrp="1"/>
          </p:cNvSpPr>
          <p:nvPr>
            <p:ph type="sldNum" sz="quarter" idx="4"/>
          </p:nvPr>
        </p:nvSpPr>
        <p:spPr/>
        <p:txBody>
          <a:bodyPr/>
          <a:lstStyle/>
          <a:p>
            <a:fld id="{4F9AC08D-23A9-440E-BCB9-AA1E9877CC38}" type="slidenum">
              <a:rPr lang="en-US" smtClean="0"/>
              <a:pPr/>
              <a:t>4</a:t>
            </a:fld>
            <a:endParaRPr lang="en-US" dirty="0"/>
          </a:p>
        </p:txBody>
      </p:sp>
      <p:sp>
        <p:nvSpPr>
          <p:cNvPr id="14" name="TextBox 13">
            <a:extLst>
              <a:ext uri="{FF2B5EF4-FFF2-40B4-BE49-F238E27FC236}">
                <a16:creationId xmlns:a16="http://schemas.microsoft.com/office/drawing/2014/main" id="{90E2E46B-649F-4EEA-A8BB-B8C7C76531AD}"/>
              </a:ext>
            </a:extLst>
          </p:cNvPr>
          <p:cNvSpPr txBox="1"/>
          <p:nvPr/>
        </p:nvSpPr>
        <p:spPr>
          <a:xfrm>
            <a:off x="389382" y="2036825"/>
            <a:ext cx="8449818" cy="1815882"/>
          </a:xfrm>
          <a:prstGeom prst="rect">
            <a:avLst/>
          </a:prstGeom>
          <a:noFill/>
        </p:spPr>
        <p:txBody>
          <a:bodyPr wrap="square" rtlCol="0">
            <a:spAutoFit/>
          </a:bodyPr>
          <a:lstStyle/>
          <a:p>
            <a:pPr marL="457200" indent="-457200" algn="just" eaLnBrk="0" fontAlgn="base" hangingPunct="0">
              <a:lnSpc>
                <a:spcPct val="80000"/>
              </a:lnSpc>
              <a:spcBef>
                <a:spcPct val="0"/>
              </a:spcBef>
              <a:spcAft>
                <a:spcPct val="0"/>
              </a:spcAft>
              <a:buFont typeface="Arial" panose="020B0604020202020204" pitchFamily="34" charset="0"/>
              <a:buChar char="•"/>
            </a:pPr>
            <a:r>
              <a:rPr lang="en-US" sz="2000" dirty="0">
                <a:solidFill>
                  <a:srgbClr val="010203"/>
                </a:solidFill>
                <a:latin typeface="+mj-lt"/>
              </a:rPr>
              <a:t>It refers to a storage location, often for safety or preservation.</a:t>
            </a:r>
          </a:p>
          <a:p>
            <a:pPr marL="457200" indent="-457200" algn="just" eaLnBrk="0" fontAlgn="base" hangingPunct="0">
              <a:lnSpc>
                <a:spcPct val="80000"/>
              </a:lnSpc>
              <a:spcBef>
                <a:spcPct val="0"/>
              </a:spcBef>
              <a:spcAft>
                <a:spcPct val="0"/>
              </a:spcAft>
              <a:buFont typeface="Arial" panose="020B0604020202020204" pitchFamily="34" charset="0"/>
              <a:buChar char="•"/>
            </a:pPr>
            <a:endParaRPr lang="en-US" sz="2000" dirty="0">
              <a:solidFill>
                <a:srgbClr val="010203"/>
              </a:solidFill>
              <a:latin typeface="+mj-lt"/>
            </a:endParaRPr>
          </a:p>
          <a:p>
            <a:pPr marL="457200" indent="-457200" algn="just" eaLnBrk="0" fontAlgn="base" hangingPunct="0">
              <a:lnSpc>
                <a:spcPct val="80000"/>
              </a:lnSpc>
              <a:spcBef>
                <a:spcPct val="0"/>
              </a:spcBef>
              <a:spcAft>
                <a:spcPct val="0"/>
              </a:spcAft>
              <a:buFont typeface="Arial" panose="020B0604020202020204" pitchFamily="34" charset="0"/>
              <a:buChar char="•"/>
            </a:pPr>
            <a:r>
              <a:rPr lang="en-US" sz="2000" dirty="0">
                <a:solidFill>
                  <a:srgbClr val="010203"/>
                </a:solidFill>
                <a:latin typeface="+mj-lt"/>
              </a:rPr>
              <a:t>A repository contains all of the project files (including documentation), and stores each file’s revision history. </a:t>
            </a:r>
          </a:p>
          <a:p>
            <a:pPr marL="457200" indent="-457200" algn="just" eaLnBrk="0" fontAlgn="base" hangingPunct="0">
              <a:lnSpc>
                <a:spcPct val="80000"/>
              </a:lnSpc>
              <a:spcBef>
                <a:spcPct val="0"/>
              </a:spcBef>
              <a:spcAft>
                <a:spcPct val="0"/>
              </a:spcAft>
              <a:buFont typeface="Arial" panose="020B0604020202020204" pitchFamily="34" charset="0"/>
              <a:buChar char="•"/>
            </a:pPr>
            <a:endParaRPr lang="en-US" sz="2000" dirty="0">
              <a:solidFill>
                <a:srgbClr val="010203"/>
              </a:solidFill>
              <a:latin typeface="+mj-lt"/>
            </a:endParaRPr>
          </a:p>
          <a:p>
            <a:pPr marL="457200" indent="-457200" algn="just" eaLnBrk="0" fontAlgn="base" hangingPunct="0">
              <a:lnSpc>
                <a:spcPct val="80000"/>
              </a:lnSpc>
              <a:spcBef>
                <a:spcPct val="0"/>
              </a:spcBef>
              <a:spcAft>
                <a:spcPct val="0"/>
              </a:spcAft>
              <a:buFont typeface="Arial" panose="020B0604020202020204" pitchFamily="34" charset="0"/>
              <a:buChar char="•"/>
            </a:pPr>
            <a:r>
              <a:rPr lang="en-US" sz="2000" dirty="0">
                <a:solidFill>
                  <a:srgbClr val="010203"/>
                </a:solidFill>
                <a:latin typeface="+mj-lt"/>
              </a:rPr>
              <a:t>Repositories can have multiple collaborators and can either be public or private.</a:t>
            </a:r>
          </a:p>
        </p:txBody>
      </p:sp>
      <p:pic>
        <p:nvPicPr>
          <p:cNvPr id="1026" name="Picture 2" descr="Image result for bitbucket logo png">
            <a:extLst>
              <a:ext uri="{FF2B5EF4-FFF2-40B4-BE49-F238E27FC236}">
                <a16:creationId xmlns:a16="http://schemas.microsoft.com/office/drawing/2014/main" id="{3FCD1322-1ADB-4E96-9112-602C6F8AFC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8496" y="4231268"/>
            <a:ext cx="5184648" cy="24483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1268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Bitbucket</a:t>
            </a:r>
          </a:p>
        </p:txBody>
      </p:sp>
      <p:sp>
        <p:nvSpPr>
          <p:cNvPr id="4" name="Text Placeholder 3"/>
          <p:cNvSpPr>
            <a:spLocks noGrp="1"/>
          </p:cNvSpPr>
          <p:nvPr>
            <p:ph type="body" sz="quarter" idx="10"/>
          </p:nvPr>
        </p:nvSpPr>
        <p:spPr/>
        <p:txBody>
          <a:bodyPr/>
          <a:lstStyle/>
          <a:p>
            <a:r>
              <a:rPr lang="en-US" dirty="0"/>
              <a:t>Fork</a:t>
            </a:r>
          </a:p>
        </p:txBody>
      </p:sp>
      <p:sp>
        <p:nvSpPr>
          <p:cNvPr id="6" name="Footer Placeholder 5"/>
          <p:cNvSpPr>
            <a:spLocks noGrp="1"/>
          </p:cNvSpPr>
          <p:nvPr>
            <p:ph type="ftr" sz="quarter" idx="3"/>
          </p:nvPr>
        </p:nvSpPr>
        <p:spPr/>
        <p:txBody>
          <a:bodyPr/>
          <a:lstStyle/>
          <a:p>
            <a:r>
              <a:rPr lang="en-US"/>
              <a:t>Copyright © 2017 Accenture  All rights reserved.</a:t>
            </a:r>
            <a:endParaRPr lang="en-US" dirty="0"/>
          </a:p>
        </p:txBody>
      </p:sp>
      <p:sp>
        <p:nvSpPr>
          <p:cNvPr id="7" name="Slide Number Placeholder 6"/>
          <p:cNvSpPr>
            <a:spLocks noGrp="1"/>
          </p:cNvSpPr>
          <p:nvPr>
            <p:ph type="sldNum" sz="quarter" idx="4"/>
          </p:nvPr>
        </p:nvSpPr>
        <p:spPr/>
        <p:txBody>
          <a:bodyPr/>
          <a:lstStyle/>
          <a:p>
            <a:fld id="{4F9AC08D-23A9-440E-BCB9-AA1E9877CC38}" type="slidenum">
              <a:rPr lang="en-US" smtClean="0"/>
              <a:pPr/>
              <a:t>5</a:t>
            </a:fld>
            <a:endParaRPr lang="en-US" dirty="0"/>
          </a:p>
        </p:txBody>
      </p:sp>
      <p:sp>
        <p:nvSpPr>
          <p:cNvPr id="14" name="TextBox 13">
            <a:extLst>
              <a:ext uri="{FF2B5EF4-FFF2-40B4-BE49-F238E27FC236}">
                <a16:creationId xmlns:a16="http://schemas.microsoft.com/office/drawing/2014/main" id="{90E2E46B-649F-4EEA-A8BB-B8C7C76531AD}"/>
              </a:ext>
            </a:extLst>
          </p:cNvPr>
          <p:cNvSpPr txBox="1"/>
          <p:nvPr/>
        </p:nvSpPr>
        <p:spPr>
          <a:xfrm>
            <a:off x="389382" y="2036825"/>
            <a:ext cx="8449818" cy="1815882"/>
          </a:xfrm>
          <a:prstGeom prst="rect">
            <a:avLst/>
          </a:prstGeom>
          <a:noFill/>
        </p:spPr>
        <p:txBody>
          <a:bodyPr wrap="square" rtlCol="0">
            <a:spAutoFit/>
          </a:bodyPr>
          <a:lstStyle/>
          <a:p>
            <a:pPr marL="457200" indent="-457200" algn="just" eaLnBrk="0" fontAlgn="base" hangingPunct="0">
              <a:lnSpc>
                <a:spcPct val="80000"/>
              </a:lnSpc>
              <a:spcBef>
                <a:spcPct val="0"/>
              </a:spcBef>
              <a:spcAft>
                <a:spcPct val="0"/>
              </a:spcAft>
              <a:buFont typeface="Arial" panose="020B0604020202020204" pitchFamily="34" charset="0"/>
              <a:buChar char="•"/>
            </a:pPr>
            <a:r>
              <a:rPr lang="en-US" sz="2000" dirty="0">
                <a:solidFill>
                  <a:srgbClr val="010203"/>
                </a:solidFill>
                <a:latin typeface="+mj-lt"/>
              </a:rPr>
              <a:t>A fork is a personal copy of another user’s repository that lives on your account. Forks allow you to freely make changes to a project without affecting the original.</a:t>
            </a:r>
          </a:p>
          <a:p>
            <a:pPr marL="457200" indent="-457200" algn="just" eaLnBrk="0" fontAlgn="base" hangingPunct="0">
              <a:lnSpc>
                <a:spcPct val="80000"/>
              </a:lnSpc>
              <a:spcBef>
                <a:spcPct val="0"/>
              </a:spcBef>
              <a:spcAft>
                <a:spcPct val="0"/>
              </a:spcAft>
              <a:buFont typeface="Arial" panose="020B0604020202020204" pitchFamily="34" charset="0"/>
              <a:buChar char="•"/>
            </a:pPr>
            <a:endParaRPr lang="en-US" sz="2000" dirty="0">
              <a:solidFill>
                <a:srgbClr val="010203"/>
              </a:solidFill>
              <a:latin typeface="+mj-lt"/>
            </a:endParaRPr>
          </a:p>
          <a:p>
            <a:pPr marL="457200" indent="-457200" algn="just" eaLnBrk="0" fontAlgn="base" hangingPunct="0">
              <a:lnSpc>
                <a:spcPct val="80000"/>
              </a:lnSpc>
              <a:spcBef>
                <a:spcPct val="0"/>
              </a:spcBef>
              <a:spcAft>
                <a:spcPct val="0"/>
              </a:spcAft>
              <a:buFont typeface="Arial" panose="020B0604020202020204" pitchFamily="34" charset="0"/>
              <a:buChar char="•"/>
            </a:pPr>
            <a:r>
              <a:rPr lang="en-US" sz="2000" dirty="0">
                <a:solidFill>
                  <a:srgbClr val="010203"/>
                </a:solidFill>
                <a:latin typeface="+mj-lt"/>
              </a:rPr>
              <a:t>Forks remain attached to the original, allowing you to submit a pull request to the original’s author to update with your changes.</a:t>
            </a:r>
          </a:p>
        </p:txBody>
      </p:sp>
      <p:pic>
        <p:nvPicPr>
          <p:cNvPr id="1026" name="Picture 2" descr="Image result for bitbucket logo png">
            <a:extLst>
              <a:ext uri="{FF2B5EF4-FFF2-40B4-BE49-F238E27FC236}">
                <a16:creationId xmlns:a16="http://schemas.microsoft.com/office/drawing/2014/main" id="{3FCD1322-1ADB-4E96-9112-602C6F8AFC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8496" y="4231268"/>
            <a:ext cx="5184648" cy="24483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98100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Bitbucket</a:t>
            </a:r>
          </a:p>
        </p:txBody>
      </p:sp>
      <p:sp>
        <p:nvSpPr>
          <p:cNvPr id="4" name="Text Placeholder 3"/>
          <p:cNvSpPr>
            <a:spLocks noGrp="1"/>
          </p:cNvSpPr>
          <p:nvPr>
            <p:ph type="body" sz="quarter" idx="10"/>
          </p:nvPr>
        </p:nvSpPr>
        <p:spPr/>
        <p:txBody>
          <a:bodyPr/>
          <a:lstStyle/>
          <a:p>
            <a:r>
              <a:rPr lang="en-US" dirty="0"/>
              <a:t>Clone</a:t>
            </a:r>
          </a:p>
        </p:txBody>
      </p:sp>
      <p:sp>
        <p:nvSpPr>
          <p:cNvPr id="6" name="Footer Placeholder 5"/>
          <p:cNvSpPr>
            <a:spLocks noGrp="1"/>
          </p:cNvSpPr>
          <p:nvPr>
            <p:ph type="ftr" sz="quarter" idx="3"/>
          </p:nvPr>
        </p:nvSpPr>
        <p:spPr/>
        <p:txBody>
          <a:bodyPr/>
          <a:lstStyle/>
          <a:p>
            <a:r>
              <a:rPr lang="en-US"/>
              <a:t>Copyright © 2017 Accenture  All rights reserved.</a:t>
            </a:r>
            <a:endParaRPr lang="en-US" dirty="0"/>
          </a:p>
        </p:txBody>
      </p:sp>
      <p:sp>
        <p:nvSpPr>
          <p:cNvPr id="7" name="Slide Number Placeholder 6"/>
          <p:cNvSpPr>
            <a:spLocks noGrp="1"/>
          </p:cNvSpPr>
          <p:nvPr>
            <p:ph type="sldNum" sz="quarter" idx="4"/>
          </p:nvPr>
        </p:nvSpPr>
        <p:spPr/>
        <p:txBody>
          <a:bodyPr/>
          <a:lstStyle/>
          <a:p>
            <a:fld id="{4F9AC08D-23A9-440E-BCB9-AA1E9877CC38}" type="slidenum">
              <a:rPr lang="en-US" smtClean="0"/>
              <a:pPr/>
              <a:t>6</a:t>
            </a:fld>
            <a:endParaRPr lang="en-US" dirty="0"/>
          </a:p>
        </p:txBody>
      </p:sp>
      <p:sp>
        <p:nvSpPr>
          <p:cNvPr id="14" name="TextBox 13">
            <a:extLst>
              <a:ext uri="{FF2B5EF4-FFF2-40B4-BE49-F238E27FC236}">
                <a16:creationId xmlns:a16="http://schemas.microsoft.com/office/drawing/2014/main" id="{90E2E46B-649F-4EEA-A8BB-B8C7C76531AD}"/>
              </a:ext>
            </a:extLst>
          </p:cNvPr>
          <p:cNvSpPr txBox="1"/>
          <p:nvPr/>
        </p:nvSpPr>
        <p:spPr>
          <a:xfrm>
            <a:off x="389382" y="2036825"/>
            <a:ext cx="8449818" cy="1815882"/>
          </a:xfrm>
          <a:prstGeom prst="rect">
            <a:avLst/>
          </a:prstGeom>
          <a:noFill/>
        </p:spPr>
        <p:txBody>
          <a:bodyPr wrap="square" rtlCol="0">
            <a:spAutoFit/>
          </a:bodyPr>
          <a:lstStyle/>
          <a:p>
            <a:pPr marL="457200" indent="-457200" algn="just" eaLnBrk="0" fontAlgn="base" hangingPunct="0">
              <a:lnSpc>
                <a:spcPct val="80000"/>
              </a:lnSpc>
              <a:spcBef>
                <a:spcPct val="0"/>
              </a:spcBef>
              <a:spcAft>
                <a:spcPct val="0"/>
              </a:spcAft>
              <a:buFont typeface="Arial" panose="020B0604020202020204" pitchFamily="34" charset="0"/>
              <a:buChar char="•"/>
            </a:pPr>
            <a:r>
              <a:rPr lang="en-US" sz="2000" dirty="0">
                <a:solidFill>
                  <a:srgbClr val="010203"/>
                </a:solidFill>
                <a:latin typeface="+mj-lt"/>
              </a:rPr>
              <a:t>A clone is a copy of a repository that lives on your computer instead of on a website’s server somewhere, or the act of making that copy.</a:t>
            </a:r>
          </a:p>
          <a:p>
            <a:pPr marL="457200" indent="-457200" algn="just" eaLnBrk="0" fontAlgn="base" hangingPunct="0">
              <a:lnSpc>
                <a:spcPct val="80000"/>
              </a:lnSpc>
              <a:spcBef>
                <a:spcPct val="0"/>
              </a:spcBef>
              <a:spcAft>
                <a:spcPct val="0"/>
              </a:spcAft>
              <a:buFont typeface="Arial" panose="020B0604020202020204" pitchFamily="34" charset="0"/>
              <a:buChar char="•"/>
            </a:pPr>
            <a:endParaRPr lang="en-US" sz="2000" dirty="0">
              <a:solidFill>
                <a:srgbClr val="010203"/>
              </a:solidFill>
              <a:latin typeface="+mj-lt"/>
            </a:endParaRPr>
          </a:p>
          <a:p>
            <a:pPr marL="457200" indent="-457200" algn="just" eaLnBrk="0" fontAlgn="base" hangingPunct="0">
              <a:lnSpc>
                <a:spcPct val="80000"/>
              </a:lnSpc>
              <a:spcBef>
                <a:spcPct val="0"/>
              </a:spcBef>
              <a:spcAft>
                <a:spcPct val="0"/>
              </a:spcAft>
              <a:buFont typeface="Arial" panose="020B0604020202020204" pitchFamily="34" charset="0"/>
              <a:buChar char="•"/>
            </a:pPr>
            <a:r>
              <a:rPr lang="en-US" sz="2000" dirty="0">
                <a:solidFill>
                  <a:srgbClr val="010203"/>
                </a:solidFill>
                <a:latin typeface="+mj-lt"/>
              </a:rPr>
              <a:t>With your clone you can edit the files in your preferred editor and use Git to keep track of your changes without having to be online.</a:t>
            </a:r>
          </a:p>
        </p:txBody>
      </p:sp>
      <p:pic>
        <p:nvPicPr>
          <p:cNvPr id="1026" name="Picture 2" descr="Image result for bitbucket logo png">
            <a:extLst>
              <a:ext uri="{FF2B5EF4-FFF2-40B4-BE49-F238E27FC236}">
                <a16:creationId xmlns:a16="http://schemas.microsoft.com/office/drawing/2014/main" id="{3FCD1322-1ADB-4E96-9112-602C6F8AFC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8496" y="4231268"/>
            <a:ext cx="5184648" cy="24483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8136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Bitbucket</a:t>
            </a:r>
          </a:p>
        </p:txBody>
      </p:sp>
      <p:sp>
        <p:nvSpPr>
          <p:cNvPr id="4" name="Text Placeholder 3"/>
          <p:cNvSpPr>
            <a:spLocks noGrp="1"/>
          </p:cNvSpPr>
          <p:nvPr>
            <p:ph type="body" sz="quarter" idx="10"/>
          </p:nvPr>
        </p:nvSpPr>
        <p:spPr/>
        <p:txBody>
          <a:bodyPr/>
          <a:lstStyle/>
          <a:p>
            <a:r>
              <a:rPr lang="en-US" dirty="0"/>
              <a:t>Push</a:t>
            </a:r>
          </a:p>
        </p:txBody>
      </p:sp>
      <p:sp>
        <p:nvSpPr>
          <p:cNvPr id="6" name="Footer Placeholder 5"/>
          <p:cNvSpPr>
            <a:spLocks noGrp="1"/>
          </p:cNvSpPr>
          <p:nvPr>
            <p:ph type="ftr" sz="quarter" idx="3"/>
          </p:nvPr>
        </p:nvSpPr>
        <p:spPr/>
        <p:txBody>
          <a:bodyPr/>
          <a:lstStyle/>
          <a:p>
            <a:r>
              <a:rPr lang="en-US"/>
              <a:t>Copyright © 2017 Accenture  All rights reserved.</a:t>
            </a:r>
            <a:endParaRPr lang="en-US" dirty="0"/>
          </a:p>
        </p:txBody>
      </p:sp>
      <p:sp>
        <p:nvSpPr>
          <p:cNvPr id="7" name="Slide Number Placeholder 6"/>
          <p:cNvSpPr>
            <a:spLocks noGrp="1"/>
          </p:cNvSpPr>
          <p:nvPr>
            <p:ph type="sldNum" sz="quarter" idx="4"/>
          </p:nvPr>
        </p:nvSpPr>
        <p:spPr/>
        <p:txBody>
          <a:bodyPr/>
          <a:lstStyle/>
          <a:p>
            <a:fld id="{4F9AC08D-23A9-440E-BCB9-AA1E9877CC38}" type="slidenum">
              <a:rPr lang="en-US" smtClean="0"/>
              <a:pPr/>
              <a:t>7</a:t>
            </a:fld>
            <a:endParaRPr lang="en-US" dirty="0"/>
          </a:p>
        </p:txBody>
      </p:sp>
      <p:sp>
        <p:nvSpPr>
          <p:cNvPr id="14" name="TextBox 13">
            <a:extLst>
              <a:ext uri="{FF2B5EF4-FFF2-40B4-BE49-F238E27FC236}">
                <a16:creationId xmlns:a16="http://schemas.microsoft.com/office/drawing/2014/main" id="{90E2E46B-649F-4EEA-A8BB-B8C7C76531AD}"/>
              </a:ext>
            </a:extLst>
          </p:cNvPr>
          <p:cNvSpPr txBox="1"/>
          <p:nvPr/>
        </p:nvSpPr>
        <p:spPr>
          <a:xfrm>
            <a:off x="389382" y="2036825"/>
            <a:ext cx="8449818" cy="1323439"/>
          </a:xfrm>
          <a:prstGeom prst="rect">
            <a:avLst/>
          </a:prstGeom>
          <a:noFill/>
        </p:spPr>
        <p:txBody>
          <a:bodyPr wrap="square" rtlCol="0">
            <a:spAutoFit/>
          </a:bodyPr>
          <a:lstStyle/>
          <a:p>
            <a:pPr marL="457200" indent="-457200" algn="just" eaLnBrk="0" fontAlgn="base" hangingPunct="0">
              <a:lnSpc>
                <a:spcPct val="80000"/>
              </a:lnSpc>
              <a:spcBef>
                <a:spcPct val="0"/>
              </a:spcBef>
              <a:spcAft>
                <a:spcPct val="0"/>
              </a:spcAft>
              <a:buFont typeface="Arial" panose="020B0604020202020204" pitchFamily="34" charset="0"/>
              <a:buChar char="•"/>
            </a:pPr>
            <a:r>
              <a:rPr lang="en-US" sz="2000" dirty="0">
                <a:solidFill>
                  <a:srgbClr val="010203"/>
                </a:solidFill>
                <a:latin typeface="+mj-lt"/>
              </a:rPr>
              <a:t>Pushing refers to sending your committed changes to a remote repository such as Bitbucket.</a:t>
            </a:r>
          </a:p>
          <a:p>
            <a:pPr marL="457200" indent="-457200" algn="just" eaLnBrk="0" fontAlgn="base" hangingPunct="0">
              <a:lnSpc>
                <a:spcPct val="80000"/>
              </a:lnSpc>
              <a:spcBef>
                <a:spcPct val="0"/>
              </a:spcBef>
              <a:spcAft>
                <a:spcPct val="0"/>
              </a:spcAft>
              <a:buFont typeface="Arial" panose="020B0604020202020204" pitchFamily="34" charset="0"/>
              <a:buChar char="•"/>
            </a:pPr>
            <a:endParaRPr lang="en-US" sz="2000" dirty="0">
              <a:solidFill>
                <a:srgbClr val="010203"/>
              </a:solidFill>
              <a:latin typeface="+mj-lt"/>
            </a:endParaRPr>
          </a:p>
          <a:p>
            <a:pPr marL="457200" indent="-457200" algn="just" eaLnBrk="0" fontAlgn="base" hangingPunct="0">
              <a:lnSpc>
                <a:spcPct val="80000"/>
              </a:lnSpc>
              <a:spcBef>
                <a:spcPct val="0"/>
              </a:spcBef>
              <a:spcAft>
                <a:spcPct val="0"/>
              </a:spcAft>
              <a:buFont typeface="Arial" panose="020B0604020202020204" pitchFamily="34" charset="0"/>
              <a:buChar char="•"/>
            </a:pPr>
            <a:r>
              <a:rPr lang="en-US" sz="2000" dirty="0">
                <a:solidFill>
                  <a:srgbClr val="010203"/>
                </a:solidFill>
                <a:latin typeface="+mj-lt"/>
              </a:rPr>
              <a:t>For instance, if you change something locally, you’d want to then push those changes so that others may access them.</a:t>
            </a:r>
          </a:p>
        </p:txBody>
      </p:sp>
      <p:pic>
        <p:nvPicPr>
          <p:cNvPr id="1026" name="Picture 2" descr="Image result for bitbucket logo png">
            <a:extLst>
              <a:ext uri="{FF2B5EF4-FFF2-40B4-BE49-F238E27FC236}">
                <a16:creationId xmlns:a16="http://schemas.microsoft.com/office/drawing/2014/main" id="{3FCD1322-1ADB-4E96-9112-602C6F8AFC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8496" y="4231268"/>
            <a:ext cx="5184648" cy="24483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4580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Bitbucket</a:t>
            </a:r>
          </a:p>
        </p:txBody>
      </p:sp>
      <p:sp>
        <p:nvSpPr>
          <p:cNvPr id="4" name="Text Placeholder 3"/>
          <p:cNvSpPr>
            <a:spLocks noGrp="1"/>
          </p:cNvSpPr>
          <p:nvPr>
            <p:ph type="body" sz="quarter" idx="10"/>
          </p:nvPr>
        </p:nvSpPr>
        <p:spPr/>
        <p:txBody>
          <a:bodyPr/>
          <a:lstStyle/>
          <a:p>
            <a:r>
              <a:rPr lang="en-US" dirty="0"/>
              <a:t>Pull</a:t>
            </a:r>
          </a:p>
        </p:txBody>
      </p:sp>
      <p:sp>
        <p:nvSpPr>
          <p:cNvPr id="6" name="Footer Placeholder 5"/>
          <p:cNvSpPr>
            <a:spLocks noGrp="1"/>
          </p:cNvSpPr>
          <p:nvPr>
            <p:ph type="ftr" sz="quarter" idx="3"/>
          </p:nvPr>
        </p:nvSpPr>
        <p:spPr/>
        <p:txBody>
          <a:bodyPr/>
          <a:lstStyle/>
          <a:p>
            <a:r>
              <a:rPr lang="en-US"/>
              <a:t>Copyright © 2017 Accenture  All rights reserved.</a:t>
            </a:r>
            <a:endParaRPr lang="en-US" dirty="0"/>
          </a:p>
        </p:txBody>
      </p:sp>
      <p:sp>
        <p:nvSpPr>
          <p:cNvPr id="7" name="Slide Number Placeholder 6"/>
          <p:cNvSpPr>
            <a:spLocks noGrp="1"/>
          </p:cNvSpPr>
          <p:nvPr>
            <p:ph type="sldNum" sz="quarter" idx="4"/>
          </p:nvPr>
        </p:nvSpPr>
        <p:spPr/>
        <p:txBody>
          <a:bodyPr/>
          <a:lstStyle/>
          <a:p>
            <a:fld id="{4F9AC08D-23A9-440E-BCB9-AA1E9877CC38}" type="slidenum">
              <a:rPr lang="en-US" smtClean="0"/>
              <a:pPr/>
              <a:t>8</a:t>
            </a:fld>
            <a:endParaRPr lang="en-US" dirty="0"/>
          </a:p>
        </p:txBody>
      </p:sp>
      <p:sp>
        <p:nvSpPr>
          <p:cNvPr id="14" name="TextBox 13">
            <a:extLst>
              <a:ext uri="{FF2B5EF4-FFF2-40B4-BE49-F238E27FC236}">
                <a16:creationId xmlns:a16="http://schemas.microsoft.com/office/drawing/2014/main" id="{90E2E46B-649F-4EEA-A8BB-B8C7C76531AD}"/>
              </a:ext>
            </a:extLst>
          </p:cNvPr>
          <p:cNvSpPr txBox="1"/>
          <p:nvPr/>
        </p:nvSpPr>
        <p:spPr>
          <a:xfrm>
            <a:off x="389382" y="2036825"/>
            <a:ext cx="8449818" cy="1569660"/>
          </a:xfrm>
          <a:prstGeom prst="rect">
            <a:avLst/>
          </a:prstGeom>
          <a:noFill/>
        </p:spPr>
        <p:txBody>
          <a:bodyPr wrap="square" rtlCol="0">
            <a:spAutoFit/>
          </a:bodyPr>
          <a:lstStyle/>
          <a:p>
            <a:pPr marL="457200" indent="-457200" algn="just" eaLnBrk="0" fontAlgn="base" hangingPunct="0">
              <a:lnSpc>
                <a:spcPct val="80000"/>
              </a:lnSpc>
              <a:spcBef>
                <a:spcPct val="0"/>
              </a:spcBef>
              <a:spcAft>
                <a:spcPct val="0"/>
              </a:spcAft>
              <a:buFont typeface="Arial" panose="020B0604020202020204" pitchFamily="34" charset="0"/>
              <a:buChar char="•"/>
            </a:pPr>
            <a:r>
              <a:rPr lang="en-US" sz="2000" dirty="0">
                <a:solidFill>
                  <a:srgbClr val="010203"/>
                </a:solidFill>
                <a:latin typeface="+mj-lt"/>
              </a:rPr>
              <a:t>Pull refers to when you are fetching in changes and merging them.</a:t>
            </a:r>
          </a:p>
          <a:p>
            <a:pPr marL="457200" indent="-457200" algn="just" eaLnBrk="0" fontAlgn="base" hangingPunct="0">
              <a:lnSpc>
                <a:spcPct val="80000"/>
              </a:lnSpc>
              <a:spcBef>
                <a:spcPct val="0"/>
              </a:spcBef>
              <a:spcAft>
                <a:spcPct val="0"/>
              </a:spcAft>
              <a:buFont typeface="Arial" panose="020B0604020202020204" pitchFamily="34" charset="0"/>
              <a:buChar char="•"/>
            </a:pPr>
            <a:endParaRPr lang="en-US" sz="2000" dirty="0">
              <a:solidFill>
                <a:srgbClr val="010203"/>
              </a:solidFill>
              <a:latin typeface="+mj-lt"/>
            </a:endParaRPr>
          </a:p>
          <a:p>
            <a:pPr marL="457200" indent="-457200" algn="just" eaLnBrk="0" fontAlgn="base" hangingPunct="0">
              <a:lnSpc>
                <a:spcPct val="80000"/>
              </a:lnSpc>
              <a:spcBef>
                <a:spcPct val="0"/>
              </a:spcBef>
              <a:spcAft>
                <a:spcPct val="0"/>
              </a:spcAft>
              <a:buFont typeface="Arial" panose="020B0604020202020204" pitchFamily="34" charset="0"/>
              <a:buChar char="•"/>
            </a:pPr>
            <a:r>
              <a:rPr lang="en-US" sz="2000" dirty="0">
                <a:solidFill>
                  <a:srgbClr val="010203"/>
                </a:solidFill>
                <a:latin typeface="+mj-lt"/>
              </a:rPr>
              <a:t>For instance, if someone has edited the remote file you’re both working on, you’ll want to pull in those changes to your local copy so that it’s up to date.</a:t>
            </a:r>
          </a:p>
        </p:txBody>
      </p:sp>
      <p:pic>
        <p:nvPicPr>
          <p:cNvPr id="1026" name="Picture 2" descr="Image result for bitbucket logo png">
            <a:extLst>
              <a:ext uri="{FF2B5EF4-FFF2-40B4-BE49-F238E27FC236}">
                <a16:creationId xmlns:a16="http://schemas.microsoft.com/office/drawing/2014/main" id="{3FCD1322-1ADB-4E96-9112-602C6F8AFC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8496" y="4231268"/>
            <a:ext cx="5184648" cy="24483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4334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Bitbucket</a:t>
            </a:r>
          </a:p>
        </p:txBody>
      </p:sp>
      <p:sp>
        <p:nvSpPr>
          <p:cNvPr id="4" name="Text Placeholder 3"/>
          <p:cNvSpPr>
            <a:spLocks noGrp="1"/>
          </p:cNvSpPr>
          <p:nvPr>
            <p:ph type="body" sz="quarter" idx="10"/>
          </p:nvPr>
        </p:nvSpPr>
        <p:spPr/>
        <p:txBody>
          <a:bodyPr/>
          <a:lstStyle/>
          <a:p>
            <a:r>
              <a:rPr lang="en-US" dirty="0"/>
              <a:t>Commit</a:t>
            </a:r>
          </a:p>
        </p:txBody>
      </p:sp>
      <p:sp>
        <p:nvSpPr>
          <p:cNvPr id="6" name="Footer Placeholder 5"/>
          <p:cNvSpPr>
            <a:spLocks noGrp="1"/>
          </p:cNvSpPr>
          <p:nvPr>
            <p:ph type="ftr" sz="quarter" idx="3"/>
          </p:nvPr>
        </p:nvSpPr>
        <p:spPr/>
        <p:txBody>
          <a:bodyPr/>
          <a:lstStyle/>
          <a:p>
            <a:r>
              <a:rPr lang="en-US"/>
              <a:t>Copyright © 2017 Accenture  All rights reserved.</a:t>
            </a:r>
            <a:endParaRPr lang="en-US" dirty="0"/>
          </a:p>
        </p:txBody>
      </p:sp>
      <p:sp>
        <p:nvSpPr>
          <p:cNvPr id="7" name="Slide Number Placeholder 6"/>
          <p:cNvSpPr>
            <a:spLocks noGrp="1"/>
          </p:cNvSpPr>
          <p:nvPr>
            <p:ph type="sldNum" sz="quarter" idx="4"/>
          </p:nvPr>
        </p:nvSpPr>
        <p:spPr/>
        <p:txBody>
          <a:bodyPr/>
          <a:lstStyle/>
          <a:p>
            <a:fld id="{4F9AC08D-23A9-440E-BCB9-AA1E9877CC38}" type="slidenum">
              <a:rPr lang="en-US" smtClean="0"/>
              <a:pPr/>
              <a:t>9</a:t>
            </a:fld>
            <a:endParaRPr lang="en-US" dirty="0"/>
          </a:p>
        </p:txBody>
      </p:sp>
      <p:sp>
        <p:nvSpPr>
          <p:cNvPr id="14" name="TextBox 13">
            <a:extLst>
              <a:ext uri="{FF2B5EF4-FFF2-40B4-BE49-F238E27FC236}">
                <a16:creationId xmlns:a16="http://schemas.microsoft.com/office/drawing/2014/main" id="{90E2E46B-649F-4EEA-A8BB-B8C7C76531AD}"/>
              </a:ext>
            </a:extLst>
          </p:cNvPr>
          <p:cNvSpPr txBox="1"/>
          <p:nvPr/>
        </p:nvSpPr>
        <p:spPr>
          <a:xfrm>
            <a:off x="389382" y="2036825"/>
            <a:ext cx="8449818" cy="1815882"/>
          </a:xfrm>
          <a:prstGeom prst="rect">
            <a:avLst/>
          </a:prstGeom>
          <a:noFill/>
        </p:spPr>
        <p:txBody>
          <a:bodyPr wrap="square" rtlCol="0">
            <a:spAutoFit/>
          </a:bodyPr>
          <a:lstStyle/>
          <a:p>
            <a:pPr marL="457200" indent="-457200" algn="just" eaLnBrk="0" fontAlgn="base" hangingPunct="0">
              <a:lnSpc>
                <a:spcPct val="80000"/>
              </a:lnSpc>
              <a:spcBef>
                <a:spcPct val="0"/>
              </a:spcBef>
              <a:spcAft>
                <a:spcPct val="0"/>
              </a:spcAft>
              <a:buFont typeface="Arial" panose="020B0604020202020204" pitchFamily="34" charset="0"/>
              <a:buChar char="•"/>
            </a:pPr>
            <a:r>
              <a:rPr lang="en-US" sz="2000" dirty="0">
                <a:solidFill>
                  <a:srgbClr val="010203"/>
                </a:solidFill>
                <a:latin typeface="+mj-lt"/>
              </a:rPr>
              <a:t>A commit, or “revision”, is an individual change to a file (or sets of files ). It’s like when you save a file, except with Git, every time you save it creates a unique ID that allows you keep record of what changes were made when and by who.</a:t>
            </a:r>
          </a:p>
          <a:p>
            <a:pPr marL="457200" indent="-457200" algn="just" eaLnBrk="0" fontAlgn="base" hangingPunct="0">
              <a:lnSpc>
                <a:spcPct val="80000"/>
              </a:lnSpc>
              <a:spcBef>
                <a:spcPct val="0"/>
              </a:spcBef>
              <a:spcAft>
                <a:spcPct val="0"/>
              </a:spcAft>
              <a:buFont typeface="Arial" panose="020B0604020202020204" pitchFamily="34" charset="0"/>
              <a:buChar char="•"/>
            </a:pPr>
            <a:endParaRPr lang="en-US" sz="2000" dirty="0">
              <a:solidFill>
                <a:srgbClr val="010203"/>
              </a:solidFill>
              <a:latin typeface="+mj-lt"/>
            </a:endParaRPr>
          </a:p>
          <a:p>
            <a:pPr marL="457200" indent="-457200" algn="just" eaLnBrk="0" fontAlgn="base" hangingPunct="0">
              <a:lnSpc>
                <a:spcPct val="80000"/>
              </a:lnSpc>
              <a:spcBef>
                <a:spcPct val="0"/>
              </a:spcBef>
              <a:spcAft>
                <a:spcPct val="0"/>
              </a:spcAft>
              <a:buFont typeface="Arial" panose="020B0604020202020204" pitchFamily="34" charset="0"/>
              <a:buChar char="•"/>
            </a:pPr>
            <a:r>
              <a:rPr lang="en-US" sz="2000" dirty="0">
                <a:solidFill>
                  <a:srgbClr val="010203"/>
                </a:solidFill>
                <a:latin typeface="+mj-lt"/>
              </a:rPr>
              <a:t>Commits usually contain a commit message which is a brief description of what changes were made.</a:t>
            </a:r>
          </a:p>
        </p:txBody>
      </p:sp>
      <p:pic>
        <p:nvPicPr>
          <p:cNvPr id="1026" name="Picture 2" descr="Image result for bitbucket logo png">
            <a:extLst>
              <a:ext uri="{FF2B5EF4-FFF2-40B4-BE49-F238E27FC236}">
                <a16:creationId xmlns:a16="http://schemas.microsoft.com/office/drawing/2014/main" id="{3FCD1322-1ADB-4E96-9112-602C6F8AFC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8496" y="4231268"/>
            <a:ext cx="5184648" cy="24483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4781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Bitbucket</a:t>
            </a:r>
          </a:p>
        </p:txBody>
      </p:sp>
      <p:sp>
        <p:nvSpPr>
          <p:cNvPr id="4" name="Text Placeholder 3"/>
          <p:cNvSpPr>
            <a:spLocks noGrp="1"/>
          </p:cNvSpPr>
          <p:nvPr>
            <p:ph type="body" sz="quarter" idx="10"/>
          </p:nvPr>
        </p:nvSpPr>
        <p:spPr/>
        <p:txBody>
          <a:bodyPr/>
          <a:lstStyle/>
          <a:p>
            <a:r>
              <a:rPr lang="en-US" dirty="0"/>
              <a:t>Fetch</a:t>
            </a:r>
          </a:p>
        </p:txBody>
      </p:sp>
      <p:sp>
        <p:nvSpPr>
          <p:cNvPr id="6" name="Footer Placeholder 5"/>
          <p:cNvSpPr>
            <a:spLocks noGrp="1"/>
          </p:cNvSpPr>
          <p:nvPr>
            <p:ph type="ftr" sz="quarter" idx="3"/>
          </p:nvPr>
        </p:nvSpPr>
        <p:spPr/>
        <p:txBody>
          <a:bodyPr/>
          <a:lstStyle/>
          <a:p>
            <a:r>
              <a:rPr lang="en-US"/>
              <a:t>Copyright © 2017 Accenture  All rights reserved.</a:t>
            </a:r>
            <a:endParaRPr lang="en-US" dirty="0"/>
          </a:p>
        </p:txBody>
      </p:sp>
      <p:sp>
        <p:nvSpPr>
          <p:cNvPr id="7" name="Slide Number Placeholder 6"/>
          <p:cNvSpPr>
            <a:spLocks noGrp="1"/>
          </p:cNvSpPr>
          <p:nvPr>
            <p:ph type="sldNum" sz="quarter" idx="4"/>
          </p:nvPr>
        </p:nvSpPr>
        <p:spPr/>
        <p:txBody>
          <a:bodyPr/>
          <a:lstStyle/>
          <a:p>
            <a:fld id="{4F9AC08D-23A9-440E-BCB9-AA1E9877CC38}" type="slidenum">
              <a:rPr lang="en-US" smtClean="0"/>
              <a:pPr/>
              <a:t>10</a:t>
            </a:fld>
            <a:endParaRPr lang="en-US" dirty="0"/>
          </a:p>
        </p:txBody>
      </p:sp>
      <p:sp>
        <p:nvSpPr>
          <p:cNvPr id="14" name="TextBox 13">
            <a:extLst>
              <a:ext uri="{FF2B5EF4-FFF2-40B4-BE49-F238E27FC236}">
                <a16:creationId xmlns:a16="http://schemas.microsoft.com/office/drawing/2014/main" id="{90E2E46B-649F-4EEA-A8BB-B8C7C76531AD}"/>
              </a:ext>
            </a:extLst>
          </p:cNvPr>
          <p:cNvSpPr txBox="1"/>
          <p:nvPr/>
        </p:nvSpPr>
        <p:spPr>
          <a:xfrm>
            <a:off x="389382" y="2036825"/>
            <a:ext cx="8449818" cy="1569660"/>
          </a:xfrm>
          <a:prstGeom prst="rect">
            <a:avLst/>
          </a:prstGeom>
          <a:noFill/>
        </p:spPr>
        <p:txBody>
          <a:bodyPr wrap="square" rtlCol="0">
            <a:spAutoFit/>
          </a:bodyPr>
          <a:lstStyle/>
          <a:p>
            <a:pPr marL="457200" indent="-457200" algn="just" eaLnBrk="0" fontAlgn="base" hangingPunct="0">
              <a:lnSpc>
                <a:spcPct val="80000"/>
              </a:lnSpc>
              <a:spcBef>
                <a:spcPct val="0"/>
              </a:spcBef>
              <a:spcAft>
                <a:spcPct val="0"/>
              </a:spcAft>
              <a:buFont typeface="Arial" panose="020B0604020202020204" pitchFamily="34" charset="0"/>
              <a:buChar char="•"/>
            </a:pPr>
            <a:r>
              <a:rPr lang="en-US" sz="2000" dirty="0">
                <a:solidFill>
                  <a:srgbClr val="010203"/>
                </a:solidFill>
                <a:latin typeface="+mj-lt"/>
              </a:rPr>
              <a:t>Fetching refers to getting the latest changes from online repository without merging them in.</a:t>
            </a:r>
          </a:p>
          <a:p>
            <a:pPr marL="457200" indent="-457200" algn="just" eaLnBrk="0" fontAlgn="base" hangingPunct="0">
              <a:lnSpc>
                <a:spcPct val="80000"/>
              </a:lnSpc>
              <a:spcBef>
                <a:spcPct val="0"/>
              </a:spcBef>
              <a:spcAft>
                <a:spcPct val="0"/>
              </a:spcAft>
              <a:buFont typeface="Arial" panose="020B0604020202020204" pitchFamily="34" charset="0"/>
              <a:buChar char="•"/>
            </a:pPr>
            <a:endParaRPr lang="en-US" sz="2000" dirty="0">
              <a:solidFill>
                <a:srgbClr val="010203"/>
              </a:solidFill>
              <a:latin typeface="+mj-lt"/>
            </a:endParaRPr>
          </a:p>
          <a:p>
            <a:pPr marL="457200" indent="-457200" algn="just" eaLnBrk="0" fontAlgn="base" hangingPunct="0">
              <a:lnSpc>
                <a:spcPct val="80000"/>
              </a:lnSpc>
              <a:spcBef>
                <a:spcPct val="0"/>
              </a:spcBef>
              <a:spcAft>
                <a:spcPct val="0"/>
              </a:spcAft>
              <a:buFont typeface="Arial" panose="020B0604020202020204" pitchFamily="34" charset="0"/>
              <a:buChar char="•"/>
            </a:pPr>
            <a:endParaRPr lang="en-US" sz="2000" dirty="0">
              <a:solidFill>
                <a:srgbClr val="010203"/>
              </a:solidFill>
              <a:latin typeface="+mj-lt"/>
            </a:endParaRPr>
          </a:p>
          <a:p>
            <a:pPr marL="457200" indent="-457200" algn="just" eaLnBrk="0" fontAlgn="base" hangingPunct="0">
              <a:lnSpc>
                <a:spcPct val="80000"/>
              </a:lnSpc>
              <a:spcBef>
                <a:spcPct val="0"/>
              </a:spcBef>
              <a:spcAft>
                <a:spcPct val="0"/>
              </a:spcAft>
              <a:buFont typeface="Arial" panose="020B0604020202020204" pitchFamily="34" charset="0"/>
              <a:buChar char="•"/>
            </a:pPr>
            <a:r>
              <a:rPr lang="en-US" sz="2000" dirty="0">
                <a:solidFill>
                  <a:srgbClr val="010203"/>
                </a:solidFill>
                <a:latin typeface="+mj-lt"/>
              </a:rPr>
              <a:t>Once these changes are fetched you can compare them to your local branches  (the code residing on your local machine).</a:t>
            </a:r>
          </a:p>
        </p:txBody>
      </p:sp>
      <p:pic>
        <p:nvPicPr>
          <p:cNvPr id="1026" name="Picture 2" descr="Image result for bitbucket logo png">
            <a:extLst>
              <a:ext uri="{FF2B5EF4-FFF2-40B4-BE49-F238E27FC236}">
                <a16:creationId xmlns:a16="http://schemas.microsoft.com/office/drawing/2014/main" id="{3FCD1322-1ADB-4E96-9112-602C6F8AFC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8496" y="4231268"/>
            <a:ext cx="5184648" cy="24483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86472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Bitbucket</a:t>
            </a:r>
          </a:p>
        </p:txBody>
      </p:sp>
      <p:sp>
        <p:nvSpPr>
          <p:cNvPr id="4" name="Text Placeholder 3"/>
          <p:cNvSpPr>
            <a:spLocks noGrp="1"/>
          </p:cNvSpPr>
          <p:nvPr>
            <p:ph type="body" sz="quarter" idx="10"/>
          </p:nvPr>
        </p:nvSpPr>
        <p:spPr/>
        <p:txBody>
          <a:bodyPr/>
          <a:lstStyle/>
          <a:p>
            <a:r>
              <a:rPr lang="en-US" dirty="0"/>
              <a:t>BENEFITS</a:t>
            </a:r>
          </a:p>
        </p:txBody>
      </p:sp>
      <p:sp>
        <p:nvSpPr>
          <p:cNvPr id="6" name="Footer Placeholder 5"/>
          <p:cNvSpPr>
            <a:spLocks noGrp="1"/>
          </p:cNvSpPr>
          <p:nvPr>
            <p:ph type="ftr" sz="quarter" idx="3"/>
          </p:nvPr>
        </p:nvSpPr>
        <p:spPr/>
        <p:txBody>
          <a:bodyPr/>
          <a:lstStyle/>
          <a:p>
            <a:r>
              <a:rPr lang="en-US"/>
              <a:t>Copyright © 2017 Accenture  All rights reserved.</a:t>
            </a:r>
            <a:endParaRPr lang="en-US" dirty="0"/>
          </a:p>
        </p:txBody>
      </p:sp>
      <p:sp>
        <p:nvSpPr>
          <p:cNvPr id="7" name="Slide Number Placeholder 6"/>
          <p:cNvSpPr>
            <a:spLocks noGrp="1"/>
          </p:cNvSpPr>
          <p:nvPr>
            <p:ph type="sldNum" sz="quarter" idx="4"/>
          </p:nvPr>
        </p:nvSpPr>
        <p:spPr/>
        <p:txBody>
          <a:bodyPr/>
          <a:lstStyle/>
          <a:p>
            <a:fld id="{4F9AC08D-23A9-440E-BCB9-AA1E9877CC38}" type="slidenum">
              <a:rPr lang="en-US" smtClean="0"/>
              <a:pPr/>
              <a:t>11</a:t>
            </a:fld>
            <a:endParaRPr lang="en-US" dirty="0"/>
          </a:p>
        </p:txBody>
      </p:sp>
      <p:sp>
        <p:nvSpPr>
          <p:cNvPr id="14" name="TextBox 13">
            <a:extLst>
              <a:ext uri="{FF2B5EF4-FFF2-40B4-BE49-F238E27FC236}">
                <a16:creationId xmlns:a16="http://schemas.microsoft.com/office/drawing/2014/main" id="{90E2E46B-649F-4EEA-A8BB-B8C7C76531AD}"/>
              </a:ext>
            </a:extLst>
          </p:cNvPr>
          <p:cNvSpPr txBox="1"/>
          <p:nvPr/>
        </p:nvSpPr>
        <p:spPr>
          <a:xfrm>
            <a:off x="389382" y="2036825"/>
            <a:ext cx="8449818" cy="1815882"/>
          </a:xfrm>
          <a:prstGeom prst="rect">
            <a:avLst/>
          </a:prstGeom>
          <a:noFill/>
        </p:spPr>
        <p:txBody>
          <a:bodyPr wrap="square" rtlCol="0">
            <a:spAutoFit/>
          </a:bodyPr>
          <a:lstStyle/>
          <a:p>
            <a:pPr marL="457200" indent="-457200" algn="just" eaLnBrk="0" fontAlgn="base" hangingPunct="0">
              <a:lnSpc>
                <a:spcPct val="80000"/>
              </a:lnSpc>
              <a:spcBef>
                <a:spcPct val="0"/>
              </a:spcBef>
              <a:spcAft>
                <a:spcPct val="0"/>
              </a:spcAft>
              <a:buFont typeface="+mj-lt"/>
              <a:buAutoNum type="arabicPeriod"/>
            </a:pPr>
            <a:r>
              <a:rPr lang="en-US" sz="2000" dirty="0">
                <a:solidFill>
                  <a:srgbClr val="010203"/>
                </a:solidFill>
                <a:latin typeface="+mj-lt"/>
              </a:rPr>
              <a:t>It’s worth having a backup.</a:t>
            </a:r>
          </a:p>
          <a:p>
            <a:pPr marL="457200" indent="-457200" algn="just" eaLnBrk="0" fontAlgn="base" hangingPunct="0">
              <a:lnSpc>
                <a:spcPct val="80000"/>
              </a:lnSpc>
              <a:spcBef>
                <a:spcPct val="0"/>
              </a:spcBef>
              <a:spcAft>
                <a:spcPct val="0"/>
              </a:spcAft>
              <a:buFont typeface="+mj-lt"/>
              <a:buAutoNum type="arabicPeriod"/>
            </a:pPr>
            <a:endParaRPr lang="en-US" sz="2000" dirty="0">
              <a:solidFill>
                <a:srgbClr val="010203"/>
              </a:solidFill>
              <a:latin typeface="+mj-lt"/>
            </a:endParaRPr>
          </a:p>
          <a:p>
            <a:pPr marL="457200" indent="-457200" algn="just" eaLnBrk="0" fontAlgn="base" hangingPunct="0">
              <a:lnSpc>
                <a:spcPct val="80000"/>
              </a:lnSpc>
              <a:spcBef>
                <a:spcPct val="0"/>
              </a:spcBef>
              <a:spcAft>
                <a:spcPct val="0"/>
              </a:spcAft>
              <a:buFont typeface="+mj-lt"/>
              <a:buAutoNum type="arabicPeriod"/>
            </a:pPr>
            <a:r>
              <a:rPr lang="en-US" sz="2000" dirty="0">
                <a:solidFill>
                  <a:srgbClr val="010203"/>
                </a:solidFill>
                <a:latin typeface="+mj-lt"/>
              </a:rPr>
              <a:t>Git has proven to be effective for projects with hundreds and even thousands of contributors.</a:t>
            </a:r>
          </a:p>
          <a:p>
            <a:pPr marL="457200" indent="-457200" algn="just" eaLnBrk="0" fontAlgn="base" hangingPunct="0">
              <a:lnSpc>
                <a:spcPct val="80000"/>
              </a:lnSpc>
              <a:spcBef>
                <a:spcPct val="0"/>
              </a:spcBef>
              <a:spcAft>
                <a:spcPct val="0"/>
              </a:spcAft>
              <a:buFont typeface="+mj-lt"/>
              <a:buAutoNum type="arabicPeriod"/>
            </a:pPr>
            <a:endParaRPr lang="en-US" sz="2000" dirty="0">
              <a:solidFill>
                <a:srgbClr val="010203"/>
              </a:solidFill>
              <a:latin typeface="+mj-lt"/>
            </a:endParaRPr>
          </a:p>
          <a:p>
            <a:pPr marL="457200" indent="-457200" algn="just" eaLnBrk="0" fontAlgn="base" hangingPunct="0">
              <a:lnSpc>
                <a:spcPct val="80000"/>
              </a:lnSpc>
              <a:spcBef>
                <a:spcPct val="0"/>
              </a:spcBef>
              <a:spcAft>
                <a:spcPct val="0"/>
              </a:spcAft>
              <a:buFont typeface="+mj-lt"/>
              <a:buAutoNum type="arabicPeriod"/>
            </a:pPr>
            <a:r>
              <a:rPr lang="en-US" sz="2000" dirty="0">
                <a:solidFill>
                  <a:srgbClr val="010203"/>
                </a:solidFill>
                <a:latin typeface="+mj-lt"/>
              </a:rPr>
              <a:t>Avoid parallel code conflicts and overwriting of each others’ work.</a:t>
            </a:r>
          </a:p>
        </p:txBody>
      </p:sp>
      <p:pic>
        <p:nvPicPr>
          <p:cNvPr id="1026" name="Picture 2" descr="Image result for bitbucket logo png">
            <a:extLst>
              <a:ext uri="{FF2B5EF4-FFF2-40B4-BE49-F238E27FC236}">
                <a16:creationId xmlns:a16="http://schemas.microsoft.com/office/drawing/2014/main" id="{3FCD1322-1ADB-4E96-9112-602C6F8AFC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8496" y="4231268"/>
            <a:ext cx="5184648" cy="24483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6504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Bitbucket</a:t>
            </a:r>
          </a:p>
        </p:txBody>
      </p:sp>
      <p:sp>
        <p:nvSpPr>
          <p:cNvPr id="4" name="Text Placeholder 3"/>
          <p:cNvSpPr>
            <a:spLocks noGrp="1"/>
          </p:cNvSpPr>
          <p:nvPr>
            <p:ph type="body" sz="quarter" idx="10"/>
          </p:nvPr>
        </p:nvSpPr>
        <p:spPr/>
        <p:txBody>
          <a:bodyPr/>
          <a:lstStyle/>
          <a:p>
            <a:r>
              <a:rPr lang="en-US" dirty="0"/>
              <a:t>FEATURES</a:t>
            </a:r>
          </a:p>
        </p:txBody>
      </p:sp>
      <p:sp>
        <p:nvSpPr>
          <p:cNvPr id="6" name="Footer Placeholder 5"/>
          <p:cNvSpPr>
            <a:spLocks noGrp="1"/>
          </p:cNvSpPr>
          <p:nvPr>
            <p:ph type="ftr" sz="quarter" idx="3"/>
          </p:nvPr>
        </p:nvSpPr>
        <p:spPr/>
        <p:txBody>
          <a:bodyPr/>
          <a:lstStyle/>
          <a:p>
            <a:r>
              <a:rPr lang="en-US"/>
              <a:t>Copyright © 2017 Accenture  All rights reserved.</a:t>
            </a:r>
            <a:endParaRPr lang="en-US" dirty="0"/>
          </a:p>
        </p:txBody>
      </p:sp>
      <p:sp>
        <p:nvSpPr>
          <p:cNvPr id="7" name="Slide Number Placeholder 6"/>
          <p:cNvSpPr>
            <a:spLocks noGrp="1"/>
          </p:cNvSpPr>
          <p:nvPr>
            <p:ph type="sldNum" sz="quarter" idx="4"/>
          </p:nvPr>
        </p:nvSpPr>
        <p:spPr/>
        <p:txBody>
          <a:bodyPr/>
          <a:lstStyle/>
          <a:p>
            <a:fld id="{4F9AC08D-23A9-440E-BCB9-AA1E9877CC38}" type="slidenum">
              <a:rPr lang="en-US" smtClean="0"/>
              <a:pPr/>
              <a:t>12</a:t>
            </a:fld>
            <a:endParaRPr lang="en-US" dirty="0"/>
          </a:p>
        </p:txBody>
      </p:sp>
      <p:sp>
        <p:nvSpPr>
          <p:cNvPr id="14" name="TextBox 13">
            <a:extLst>
              <a:ext uri="{FF2B5EF4-FFF2-40B4-BE49-F238E27FC236}">
                <a16:creationId xmlns:a16="http://schemas.microsoft.com/office/drawing/2014/main" id="{90E2E46B-649F-4EEA-A8BB-B8C7C76531AD}"/>
              </a:ext>
            </a:extLst>
          </p:cNvPr>
          <p:cNvSpPr txBox="1"/>
          <p:nvPr/>
        </p:nvSpPr>
        <p:spPr>
          <a:xfrm>
            <a:off x="389382" y="2036825"/>
            <a:ext cx="8449818" cy="3243965"/>
          </a:xfrm>
          <a:prstGeom prst="rect">
            <a:avLst/>
          </a:prstGeom>
          <a:noFill/>
        </p:spPr>
        <p:txBody>
          <a:bodyPr wrap="square" rtlCol="0">
            <a:spAutoFit/>
          </a:bodyPr>
          <a:lstStyle/>
          <a:p>
            <a:pPr algn="just" eaLnBrk="0" fontAlgn="base" hangingPunct="0">
              <a:lnSpc>
                <a:spcPct val="80000"/>
              </a:lnSpc>
              <a:spcBef>
                <a:spcPct val="0"/>
              </a:spcBef>
              <a:spcAft>
                <a:spcPct val="0"/>
              </a:spcAft>
            </a:pPr>
            <a:r>
              <a:rPr lang="en-US" sz="2000" b="1" dirty="0">
                <a:solidFill>
                  <a:srgbClr val="010203"/>
                </a:solidFill>
                <a:latin typeface="+mj-lt"/>
              </a:rPr>
              <a:t>PULL REQUESTS</a:t>
            </a:r>
          </a:p>
          <a:p>
            <a:pPr algn="just" eaLnBrk="0" fontAlgn="base" hangingPunct="0">
              <a:lnSpc>
                <a:spcPct val="80000"/>
              </a:lnSpc>
              <a:spcBef>
                <a:spcPct val="0"/>
              </a:spcBef>
              <a:spcAft>
                <a:spcPct val="0"/>
              </a:spcAft>
            </a:pPr>
            <a:r>
              <a:rPr lang="en-US" sz="2000" b="1" dirty="0">
                <a:solidFill>
                  <a:srgbClr val="010203"/>
                </a:solidFill>
                <a:latin typeface="+mj-lt"/>
              </a:rPr>
              <a:t> - </a:t>
            </a:r>
            <a:r>
              <a:rPr lang="en-US" dirty="0">
                <a:solidFill>
                  <a:srgbClr val="010203"/>
                </a:solidFill>
                <a:latin typeface="+mj-lt"/>
              </a:rPr>
              <a:t>Pull requests facilitate code reviews, resulting in higher quality code and an opportunity to share knowledge amongst your team.</a:t>
            </a:r>
          </a:p>
          <a:p>
            <a:pPr algn="just" eaLnBrk="0" fontAlgn="base" hangingPunct="0">
              <a:lnSpc>
                <a:spcPct val="80000"/>
              </a:lnSpc>
              <a:spcBef>
                <a:spcPct val="0"/>
              </a:spcBef>
              <a:spcAft>
                <a:spcPct val="0"/>
              </a:spcAft>
            </a:pPr>
            <a:endParaRPr lang="en-US" sz="2000" dirty="0">
              <a:solidFill>
                <a:srgbClr val="010203"/>
              </a:solidFill>
              <a:latin typeface="+mj-lt"/>
            </a:endParaRPr>
          </a:p>
          <a:p>
            <a:pPr algn="just" eaLnBrk="0" fontAlgn="base" hangingPunct="0">
              <a:lnSpc>
                <a:spcPct val="80000"/>
              </a:lnSpc>
              <a:spcBef>
                <a:spcPct val="0"/>
              </a:spcBef>
              <a:spcAft>
                <a:spcPct val="0"/>
              </a:spcAft>
            </a:pPr>
            <a:endParaRPr lang="en-US" sz="2000" dirty="0">
              <a:solidFill>
                <a:srgbClr val="010203"/>
              </a:solidFill>
              <a:latin typeface="+mj-lt"/>
            </a:endParaRPr>
          </a:p>
          <a:p>
            <a:pPr algn="just" eaLnBrk="0" fontAlgn="base" hangingPunct="0">
              <a:lnSpc>
                <a:spcPct val="80000"/>
              </a:lnSpc>
              <a:spcBef>
                <a:spcPct val="0"/>
              </a:spcBef>
              <a:spcAft>
                <a:spcPct val="0"/>
              </a:spcAft>
            </a:pPr>
            <a:r>
              <a:rPr lang="en-US" sz="2000" b="1" dirty="0">
                <a:solidFill>
                  <a:srgbClr val="010203"/>
                </a:solidFill>
                <a:latin typeface="+mj-lt"/>
              </a:rPr>
              <a:t>BRANCH PERMISSIONS</a:t>
            </a:r>
          </a:p>
          <a:p>
            <a:pPr algn="just" eaLnBrk="0" fontAlgn="base" hangingPunct="0">
              <a:lnSpc>
                <a:spcPct val="80000"/>
              </a:lnSpc>
              <a:spcBef>
                <a:spcPct val="0"/>
              </a:spcBef>
              <a:spcAft>
                <a:spcPct val="0"/>
              </a:spcAft>
            </a:pPr>
            <a:r>
              <a:rPr lang="en-US" sz="2000" b="1" dirty="0">
                <a:solidFill>
                  <a:srgbClr val="010203"/>
                </a:solidFill>
                <a:latin typeface="+mj-lt"/>
              </a:rPr>
              <a:t>-</a:t>
            </a:r>
            <a:r>
              <a:rPr lang="en-US" dirty="0">
                <a:solidFill>
                  <a:srgbClr val="010203"/>
                </a:solidFill>
                <a:latin typeface="+mj-lt"/>
              </a:rPr>
              <a:t>Branch permissions provide granular access control for your team, ensuring the right people can make the right changes to your code.</a:t>
            </a:r>
          </a:p>
          <a:p>
            <a:pPr algn="just" eaLnBrk="0" fontAlgn="base" hangingPunct="0">
              <a:lnSpc>
                <a:spcPct val="80000"/>
              </a:lnSpc>
              <a:spcBef>
                <a:spcPct val="0"/>
              </a:spcBef>
              <a:spcAft>
                <a:spcPct val="0"/>
              </a:spcAft>
            </a:pPr>
            <a:endParaRPr lang="en-US" sz="2000" dirty="0">
              <a:solidFill>
                <a:srgbClr val="010203"/>
              </a:solidFill>
              <a:latin typeface="+mj-lt"/>
            </a:endParaRPr>
          </a:p>
          <a:p>
            <a:pPr algn="just" eaLnBrk="0" fontAlgn="base" hangingPunct="0">
              <a:lnSpc>
                <a:spcPct val="80000"/>
              </a:lnSpc>
              <a:spcBef>
                <a:spcPct val="0"/>
              </a:spcBef>
              <a:spcAft>
                <a:spcPct val="0"/>
              </a:spcAft>
            </a:pPr>
            <a:endParaRPr lang="en-US" sz="2000" dirty="0">
              <a:solidFill>
                <a:srgbClr val="010203"/>
              </a:solidFill>
              <a:latin typeface="+mj-lt"/>
            </a:endParaRPr>
          </a:p>
          <a:p>
            <a:pPr algn="just" eaLnBrk="0" fontAlgn="base" hangingPunct="0">
              <a:lnSpc>
                <a:spcPct val="80000"/>
              </a:lnSpc>
              <a:spcBef>
                <a:spcPct val="0"/>
              </a:spcBef>
              <a:spcAft>
                <a:spcPct val="0"/>
              </a:spcAft>
            </a:pPr>
            <a:r>
              <a:rPr lang="en-US" sz="2000" b="1" dirty="0">
                <a:solidFill>
                  <a:srgbClr val="010203"/>
                </a:solidFill>
                <a:latin typeface="+mj-lt"/>
              </a:rPr>
              <a:t>CODE AWARE SEARCH</a:t>
            </a:r>
            <a:r>
              <a:rPr lang="en-US" sz="2000" dirty="0">
                <a:solidFill>
                  <a:srgbClr val="010203"/>
                </a:solidFill>
                <a:latin typeface="+mj-lt"/>
              </a:rPr>
              <a:t> </a:t>
            </a:r>
          </a:p>
          <a:p>
            <a:pPr algn="just" eaLnBrk="0" fontAlgn="base" hangingPunct="0">
              <a:lnSpc>
                <a:spcPct val="80000"/>
              </a:lnSpc>
              <a:spcBef>
                <a:spcPct val="0"/>
              </a:spcBef>
              <a:spcAft>
                <a:spcPct val="0"/>
              </a:spcAft>
            </a:pPr>
            <a:r>
              <a:rPr lang="en-US" sz="2000" dirty="0">
                <a:solidFill>
                  <a:srgbClr val="010203"/>
                </a:solidFill>
                <a:latin typeface="+mj-lt"/>
              </a:rPr>
              <a:t>-</a:t>
            </a:r>
            <a:r>
              <a:rPr lang="en-US" dirty="0">
                <a:solidFill>
                  <a:srgbClr val="010203"/>
                </a:solidFill>
                <a:latin typeface="+mj-lt"/>
              </a:rPr>
              <a:t>Save time combing through usage results with a semantic search that ranks definitions first.</a:t>
            </a:r>
            <a:endParaRPr lang="en-US" sz="2000" dirty="0">
              <a:solidFill>
                <a:srgbClr val="010203"/>
              </a:solidFill>
              <a:latin typeface="+mj-lt"/>
            </a:endParaRPr>
          </a:p>
        </p:txBody>
      </p:sp>
      <p:pic>
        <p:nvPicPr>
          <p:cNvPr id="1026" name="Picture 2" descr="Image result for bitbucket logo png">
            <a:extLst>
              <a:ext uri="{FF2B5EF4-FFF2-40B4-BE49-F238E27FC236}">
                <a16:creationId xmlns:a16="http://schemas.microsoft.com/office/drawing/2014/main" id="{3FCD1322-1ADB-4E96-9112-602C6F8AFC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8496" y="4231268"/>
            <a:ext cx="5184648" cy="24483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70725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Bitbucket</a:t>
            </a:r>
          </a:p>
        </p:txBody>
      </p:sp>
      <p:sp>
        <p:nvSpPr>
          <p:cNvPr id="4" name="Text Placeholder 3"/>
          <p:cNvSpPr>
            <a:spLocks noGrp="1"/>
          </p:cNvSpPr>
          <p:nvPr>
            <p:ph type="body" sz="quarter" idx="10"/>
          </p:nvPr>
        </p:nvSpPr>
        <p:spPr/>
        <p:txBody>
          <a:bodyPr/>
          <a:lstStyle/>
          <a:p>
            <a:r>
              <a:rPr lang="en-US" dirty="0"/>
              <a:t>FEATURES</a:t>
            </a:r>
          </a:p>
        </p:txBody>
      </p:sp>
      <p:sp>
        <p:nvSpPr>
          <p:cNvPr id="6" name="Footer Placeholder 5"/>
          <p:cNvSpPr>
            <a:spLocks noGrp="1"/>
          </p:cNvSpPr>
          <p:nvPr>
            <p:ph type="ftr" sz="quarter" idx="3"/>
          </p:nvPr>
        </p:nvSpPr>
        <p:spPr/>
        <p:txBody>
          <a:bodyPr/>
          <a:lstStyle/>
          <a:p>
            <a:r>
              <a:rPr lang="en-US"/>
              <a:t>Copyright © 2017 Accenture  All rights reserved.</a:t>
            </a:r>
            <a:endParaRPr lang="en-US" dirty="0"/>
          </a:p>
        </p:txBody>
      </p:sp>
      <p:sp>
        <p:nvSpPr>
          <p:cNvPr id="7" name="Slide Number Placeholder 6"/>
          <p:cNvSpPr>
            <a:spLocks noGrp="1"/>
          </p:cNvSpPr>
          <p:nvPr>
            <p:ph type="sldNum" sz="quarter" idx="4"/>
          </p:nvPr>
        </p:nvSpPr>
        <p:spPr/>
        <p:txBody>
          <a:bodyPr/>
          <a:lstStyle/>
          <a:p>
            <a:fld id="{4F9AC08D-23A9-440E-BCB9-AA1E9877CC38}" type="slidenum">
              <a:rPr lang="en-US" smtClean="0"/>
              <a:pPr/>
              <a:t>13</a:t>
            </a:fld>
            <a:endParaRPr lang="en-US" dirty="0"/>
          </a:p>
        </p:txBody>
      </p:sp>
      <p:sp>
        <p:nvSpPr>
          <p:cNvPr id="14" name="TextBox 13">
            <a:extLst>
              <a:ext uri="{FF2B5EF4-FFF2-40B4-BE49-F238E27FC236}">
                <a16:creationId xmlns:a16="http://schemas.microsoft.com/office/drawing/2014/main" id="{90E2E46B-649F-4EEA-A8BB-B8C7C76531AD}"/>
              </a:ext>
            </a:extLst>
          </p:cNvPr>
          <p:cNvSpPr txBox="1"/>
          <p:nvPr/>
        </p:nvSpPr>
        <p:spPr>
          <a:xfrm>
            <a:off x="389382" y="2036825"/>
            <a:ext cx="8449818" cy="2726900"/>
          </a:xfrm>
          <a:prstGeom prst="rect">
            <a:avLst/>
          </a:prstGeom>
          <a:noFill/>
        </p:spPr>
        <p:txBody>
          <a:bodyPr wrap="square" rtlCol="0">
            <a:spAutoFit/>
          </a:bodyPr>
          <a:lstStyle/>
          <a:p>
            <a:pPr algn="just" eaLnBrk="0" fontAlgn="base" hangingPunct="0">
              <a:lnSpc>
                <a:spcPct val="80000"/>
              </a:lnSpc>
              <a:spcBef>
                <a:spcPct val="0"/>
              </a:spcBef>
              <a:spcAft>
                <a:spcPct val="0"/>
              </a:spcAft>
            </a:pPr>
            <a:r>
              <a:rPr lang="en-US" sz="2000" b="1" dirty="0">
                <a:solidFill>
                  <a:srgbClr val="010203"/>
                </a:solidFill>
                <a:latin typeface="+mj-lt"/>
              </a:rPr>
              <a:t>DIFF VIEWS</a:t>
            </a:r>
          </a:p>
          <a:p>
            <a:pPr algn="just" eaLnBrk="0" fontAlgn="base" hangingPunct="0">
              <a:lnSpc>
                <a:spcPct val="80000"/>
              </a:lnSpc>
              <a:spcBef>
                <a:spcPct val="0"/>
              </a:spcBef>
              <a:spcAft>
                <a:spcPct val="0"/>
              </a:spcAft>
            </a:pPr>
            <a:r>
              <a:rPr lang="en-US" sz="2000" b="1" dirty="0">
                <a:solidFill>
                  <a:srgbClr val="010203"/>
                </a:solidFill>
                <a:latin typeface="+mj-lt"/>
              </a:rPr>
              <a:t> - </a:t>
            </a:r>
            <a:r>
              <a:rPr lang="en-US" dirty="0">
                <a:solidFill>
                  <a:srgbClr val="010203"/>
                </a:solidFill>
                <a:latin typeface="+mj-lt"/>
              </a:rPr>
              <a:t>Understand what's changing in your repositories with unified or side-by-side diffs when reviewing code.</a:t>
            </a:r>
            <a:endParaRPr lang="en-US" sz="2000" dirty="0">
              <a:solidFill>
                <a:srgbClr val="010203"/>
              </a:solidFill>
              <a:latin typeface="+mj-lt"/>
            </a:endParaRPr>
          </a:p>
          <a:p>
            <a:pPr algn="just" eaLnBrk="0" fontAlgn="base" hangingPunct="0">
              <a:lnSpc>
                <a:spcPct val="80000"/>
              </a:lnSpc>
              <a:spcBef>
                <a:spcPct val="0"/>
              </a:spcBef>
              <a:spcAft>
                <a:spcPct val="0"/>
              </a:spcAft>
            </a:pPr>
            <a:endParaRPr lang="en-US" sz="2000" dirty="0">
              <a:solidFill>
                <a:srgbClr val="010203"/>
              </a:solidFill>
              <a:latin typeface="+mj-lt"/>
            </a:endParaRPr>
          </a:p>
          <a:p>
            <a:pPr algn="just" eaLnBrk="0" fontAlgn="base" hangingPunct="0">
              <a:lnSpc>
                <a:spcPct val="80000"/>
              </a:lnSpc>
              <a:spcBef>
                <a:spcPct val="0"/>
              </a:spcBef>
              <a:spcAft>
                <a:spcPct val="0"/>
              </a:spcAft>
            </a:pPr>
            <a:r>
              <a:rPr lang="en-US" sz="2000" b="1" dirty="0">
                <a:solidFill>
                  <a:srgbClr val="010203"/>
                </a:solidFill>
                <a:latin typeface="+mj-lt"/>
              </a:rPr>
              <a:t>PROJECTS</a:t>
            </a:r>
          </a:p>
          <a:p>
            <a:pPr algn="just" eaLnBrk="0" fontAlgn="base" hangingPunct="0">
              <a:lnSpc>
                <a:spcPct val="80000"/>
              </a:lnSpc>
              <a:spcBef>
                <a:spcPct val="0"/>
              </a:spcBef>
              <a:spcAft>
                <a:spcPct val="0"/>
              </a:spcAft>
            </a:pPr>
            <a:r>
              <a:rPr lang="en-US" sz="2000" b="1" dirty="0">
                <a:solidFill>
                  <a:srgbClr val="010203"/>
                </a:solidFill>
                <a:latin typeface="+mj-lt"/>
              </a:rPr>
              <a:t>-</a:t>
            </a:r>
            <a:r>
              <a:rPr lang="en-US" dirty="0">
                <a:solidFill>
                  <a:srgbClr val="010203"/>
                </a:solidFill>
                <a:latin typeface="+mj-lt"/>
              </a:rPr>
              <a:t>Help your team focus on a goal, product or process by organizing your repositories into projects.</a:t>
            </a:r>
            <a:endParaRPr lang="en-US" sz="2000" dirty="0">
              <a:solidFill>
                <a:srgbClr val="010203"/>
              </a:solidFill>
              <a:latin typeface="+mj-lt"/>
            </a:endParaRPr>
          </a:p>
          <a:p>
            <a:pPr algn="just" eaLnBrk="0" fontAlgn="base" hangingPunct="0">
              <a:lnSpc>
                <a:spcPct val="80000"/>
              </a:lnSpc>
              <a:spcBef>
                <a:spcPct val="0"/>
              </a:spcBef>
              <a:spcAft>
                <a:spcPct val="0"/>
              </a:spcAft>
            </a:pPr>
            <a:endParaRPr lang="en-US" sz="2000" dirty="0">
              <a:solidFill>
                <a:srgbClr val="010203"/>
              </a:solidFill>
              <a:latin typeface="+mj-lt"/>
            </a:endParaRPr>
          </a:p>
          <a:p>
            <a:pPr algn="just" eaLnBrk="0" fontAlgn="base" hangingPunct="0">
              <a:lnSpc>
                <a:spcPct val="80000"/>
              </a:lnSpc>
              <a:spcBef>
                <a:spcPct val="0"/>
              </a:spcBef>
              <a:spcAft>
                <a:spcPct val="0"/>
              </a:spcAft>
            </a:pPr>
            <a:r>
              <a:rPr lang="en-US" sz="2000" b="1" dirty="0">
                <a:solidFill>
                  <a:srgbClr val="010203"/>
                </a:solidFill>
                <a:latin typeface="+mj-lt"/>
              </a:rPr>
              <a:t>BUILD INTEGRATION</a:t>
            </a:r>
            <a:endParaRPr lang="en-US" sz="2000" dirty="0">
              <a:solidFill>
                <a:srgbClr val="010203"/>
              </a:solidFill>
              <a:latin typeface="+mj-lt"/>
            </a:endParaRPr>
          </a:p>
          <a:p>
            <a:pPr algn="just" eaLnBrk="0" fontAlgn="base" hangingPunct="0">
              <a:lnSpc>
                <a:spcPct val="80000"/>
              </a:lnSpc>
              <a:spcBef>
                <a:spcPct val="0"/>
              </a:spcBef>
              <a:spcAft>
                <a:spcPct val="0"/>
              </a:spcAft>
            </a:pPr>
            <a:r>
              <a:rPr lang="en-US" sz="2000" dirty="0">
                <a:solidFill>
                  <a:srgbClr val="010203"/>
                </a:solidFill>
                <a:latin typeface="+mj-lt"/>
              </a:rPr>
              <a:t>-</a:t>
            </a:r>
            <a:r>
              <a:rPr lang="en-US" dirty="0">
                <a:solidFill>
                  <a:srgbClr val="010203"/>
                </a:solidFill>
                <a:latin typeface="+mj-lt"/>
              </a:rPr>
              <a:t>Bitbucket can show build results from your CI system. A simple pass or fail icon tells you about the health of your code.</a:t>
            </a:r>
            <a:endParaRPr lang="en-US" sz="2000" dirty="0">
              <a:solidFill>
                <a:srgbClr val="010203"/>
              </a:solidFill>
              <a:latin typeface="+mj-lt"/>
            </a:endParaRPr>
          </a:p>
        </p:txBody>
      </p:sp>
      <p:pic>
        <p:nvPicPr>
          <p:cNvPr id="1026" name="Picture 2" descr="Image result for bitbucket logo png">
            <a:extLst>
              <a:ext uri="{FF2B5EF4-FFF2-40B4-BE49-F238E27FC236}">
                <a16:creationId xmlns:a16="http://schemas.microsoft.com/office/drawing/2014/main" id="{3FCD1322-1ADB-4E96-9112-602C6F8AFC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8496" y="4231268"/>
            <a:ext cx="5184648" cy="24483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56313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Bitbucket</a:t>
            </a:r>
          </a:p>
        </p:txBody>
      </p:sp>
      <p:sp>
        <p:nvSpPr>
          <p:cNvPr id="4" name="Text Placeholder 3"/>
          <p:cNvSpPr>
            <a:spLocks noGrp="1"/>
          </p:cNvSpPr>
          <p:nvPr>
            <p:ph type="body" sz="quarter" idx="10"/>
          </p:nvPr>
        </p:nvSpPr>
        <p:spPr/>
        <p:txBody>
          <a:bodyPr/>
          <a:lstStyle/>
          <a:p>
            <a:r>
              <a:rPr lang="en-US" dirty="0"/>
              <a:t>FEATURES</a:t>
            </a:r>
          </a:p>
        </p:txBody>
      </p:sp>
      <p:sp>
        <p:nvSpPr>
          <p:cNvPr id="6" name="Footer Placeholder 5"/>
          <p:cNvSpPr>
            <a:spLocks noGrp="1"/>
          </p:cNvSpPr>
          <p:nvPr>
            <p:ph type="ftr" sz="quarter" idx="3"/>
          </p:nvPr>
        </p:nvSpPr>
        <p:spPr/>
        <p:txBody>
          <a:bodyPr/>
          <a:lstStyle/>
          <a:p>
            <a:r>
              <a:rPr lang="en-US"/>
              <a:t>Copyright © 2017 Accenture  All rights reserved.</a:t>
            </a:r>
            <a:endParaRPr lang="en-US" dirty="0"/>
          </a:p>
        </p:txBody>
      </p:sp>
      <p:sp>
        <p:nvSpPr>
          <p:cNvPr id="7" name="Slide Number Placeholder 6"/>
          <p:cNvSpPr>
            <a:spLocks noGrp="1"/>
          </p:cNvSpPr>
          <p:nvPr>
            <p:ph type="sldNum" sz="quarter" idx="4"/>
          </p:nvPr>
        </p:nvSpPr>
        <p:spPr/>
        <p:txBody>
          <a:bodyPr/>
          <a:lstStyle/>
          <a:p>
            <a:fld id="{4F9AC08D-23A9-440E-BCB9-AA1E9877CC38}" type="slidenum">
              <a:rPr lang="en-US" smtClean="0"/>
              <a:pPr/>
              <a:t>14</a:t>
            </a:fld>
            <a:endParaRPr lang="en-US" dirty="0"/>
          </a:p>
        </p:txBody>
      </p:sp>
      <p:sp>
        <p:nvSpPr>
          <p:cNvPr id="14" name="TextBox 13">
            <a:extLst>
              <a:ext uri="{FF2B5EF4-FFF2-40B4-BE49-F238E27FC236}">
                <a16:creationId xmlns:a16="http://schemas.microsoft.com/office/drawing/2014/main" id="{90E2E46B-649F-4EEA-A8BB-B8C7C76531AD}"/>
              </a:ext>
            </a:extLst>
          </p:cNvPr>
          <p:cNvSpPr txBox="1"/>
          <p:nvPr/>
        </p:nvSpPr>
        <p:spPr>
          <a:xfrm>
            <a:off x="389382" y="2036825"/>
            <a:ext cx="8449818" cy="2751522"/>
          </a:xfrm>
          <a:prstGeom prst="rect">
            <a:avLst/>
          </a:prstGeom>
          <a:noFill/>
        </p:spPr>
        <p:txBody>
          <a:bodyPr wrap="square" rtlCol="0">
            <a:spAutoFit/>
          </a:bodyPr>
          <a:lstStyle/>
          <a:p>
            <a:pPr algn="just" eaLnBrk="0" fontAlgn="base" hangingPunct="0">
              <a:lnSpc>
                <a:spcPct val="80000"/>
              </a:lnSpc>
              <a:spcBef>
                <a:spcPct val="0"/>
              </a:spcBef>
              <a:spcAft>
                <a:spcPct val="0"/>
              </a:spcAft>
            </a:pPr>
            <a:r>
              <a:rPr lang="en-US" sz="2000" b="1" dirty="0">
                <a:solidFill>
                  <a:srgbClr val="010203"/>
                </a:solidFill>
                <a:latin typeface="+mj-lt"/>
              </a:rPr>
              <a:t>JIRA SOFTWARE INTEGRATION</a:t>
            </a:r>
          </a:p>
          <a:p>
            <a:pPr algn="just" eaLnBrk="0" fontAlgn="base" hangingPunct="0">
              <a:lnSpc>
                <a:spcPct val="80000"/>
              </a:lnSpc>
              <a:spcBef>
                <a:spcPct val="0"/>
              </a:spcBef>
              <a:spcAft>
                <a:spcPct val="0"/>
              </a:spcAft>
            </a:pPr>
            <a:r>
              <a:rPr lang="en-US" sz="2000" b="1" dirty="0">
                <a:solidFill>
                  <a:srgbClr val="010203"/>
                </a:solidFill>
                <a:latin typeface="+mj-lt"/>
              </a:rPr>
              <a:t> - </a:t>
            </a:r>
            <a:r>
              <a:rPr lang="en-US" dirty="0">
                <a:solidFill>
                  <a:srgbClr val="010203"/>
                </a:solidFill>
                <a:latin typeface="+mj-lt"/>
              </a:rPr>
              <a:t>Create a branch from within a Jira Software issue and set up triggers to transition between statuses when reviewing or merging code.</a:t>
            </a:r>
          </a:p>
          <a:p>
            <a:pPr algn="just" eaLnBrk="0" fontAlgn="base" hangingPunct="0">
              <a:lnSpc>
                <a:spcPct val="80000"/>
              </a:lnSpc>
              <a:spcBef>
                <a:spcPct val="0"/>
              </a:spcBef>
              <a:spcAft>
                <a:spcPct val="0"/>
              </a:spcAft>
            </a:pPr>
            <a:endParaRPr lang="en-US" sz="2000" dirty="0">
              <a:solidFill>
                <a:srgbClr val="010203"/>
              </a:solidFill>
              <a:latin typeface="+mj-lt"/>
            </a:endParaRPr>
          </a:p>
          <a:p>
            <a:pPr algn="just" eaLnBrk="0" fontAlgn="base" hangingPunct="0">
              <a:lnSpc>
                <a:spcPct val="80000"/>
              </a:lnSpc>
              <a:spcBef>
                <a:spcPct val="0"/>
              </a:spcBef>
              <a:spcAft>
                <a:spcPct val="0"/>
              </a:spcAft>
            </a:pPr>
            <a:r>
              <a:rPr lang="en-US" sz="2000" b="1" dirty="0">
                <a:solidFill>
                  <a:srgbClr val="010203"/>
                </a:solidFill>
                <a:latin typeface="+mj-lt"/>
              </a:rPr>
              <a:t>3</a:t>
            </a:r>
            <a:r>
              <a:rPr lang="en-US" sz="2000" b="1" baseline="30000" dirty="0">
                <a:solidFill>
                  <a:srgbClr val="010203"/>
                </a:solidFill>
                <a:latin typeface="+mj-lt"/>
              </a:rPr>
              <a:t>RD</a:t>
            </a:r>
            <a:r>
              <a:rPr lang="en-US" sz="2000" b="1" dirty="0">
                <a:solidFill>
                  <a:srgbClr val="010203"/>
                </a:solidFill>
                <a:latin typeface="+mj-lt"/>
              </a:rPr>
              <a:t> PARTY INTEGRATIONS</a:t>
            </a:r>
          </a:p>
          <a:p>
            <a:pPr algn="just" eaLnBrk="0" fontAlgn="base" hangingPunct="0">
              <a:lnSpc>
                <a:spcPct val="80000"/>
              </a:lnSpc>
              <a:spcBef>
                <a:spcPct val="0"/>
              </a:spcBef>
              <a:spcAft>
                <a:spcPct val="0"/>
              </a:spcAft>
            </a:pPr>
            <a:r>
              <a:rPr lang="en-US" sz="2000" b="1" dirty="0">
                <a:solidFill>
                  <a:srgbClr val="010203"/>
                </a:solidFill>
                <a:latin typeface="+mj-lt"/>
              </a:rPr>
              <a:t>-</a:t>
            </a:r>
            <a:r>
              <a:rPr lang="en-US" dirty="0">
                <a:solidFill>
                  <a:srgbClr val="010203"/>
                </a:solidFill>
                <a:latin typeface="+mj-lt"/>
              </a:rPr>
              <a:t>Integrate into your existing workflow to streamline your development process.</a:t>
            </a:r>
          </a:p>
          <a:p>
            <a:pPr algn="just" eaLnBrk="0" fontAlgn="base" hangingPunct="0">
              <a:lnSpc>
                <a:spcPct val="80000"/>
              </a:lnSpc>
              <a:spcBef>
                <a:spcPct val="0"/>
              </a:spcBef>
              <a:spcAft>
                <a:spcPct val="0"/>
              </a:spcAft>
            </a:pPr>
            <a:endParaRPr lang="en-US" sz="2000" dirty="0">
              <a:solidFill>
                <a:srgbClr val="010203"/>
              </a:solidFill>
              <a:latin typeface="+mj-lt"/>
            </a:endParaRPr>
          </a:p>
          <a:p>
            <a:pPr algn="just" eaLnBrk="0" fontAlgn="base" hangingPunct="0">
              <a:lnSpc>
                <a:spcPct val="80000"/>
              </a:lnSpc>
              <a:spcBef>
                <a:spcPct val="0"/>
              </a:spcBef>
              <a:spcAft>
                <a:spcPct val="0"/>
              </a:spcAft>
            </a:pPr>
            <a:r>
              <a:rPr lang="en-US" sz="2000" b="1" dirty="0">
                <a:solidFill>
                  <a:srgbClr val="010203"/>
                </a:solidFill>
                <a:latin typeface="+mj-lt"/>
              </a:rPr>
              <a:t>DESKTOP CLIENT</a:t>
            </a:r>
            <a:endParaRPr lang="en-US" sz="2000" dirty="0">
              <a:solidFill>
                <a:srgbClr val="010203"/>
              </a:solidFill>
              <a:latin typeface="+mj-lt"/>
            </a:endParaRPr>
          </a:p>
          <a:p>
            <a:pPr algn="just" eaLnBrk="0" fontAlgn="base" hangingPunct="0">
              <a:lnSpc>
                <a:spcPct val="80000"/>
              </a:lnSpc>
              <a:spcBef>
                <a:spcPct val="0"/>
              </a:spcBef>
              <a:spcAft>
                <a:spcPct val="0"/>
              </a:spcAft>
            </a:pPr>
            <a:r>
              <a:rPr lang="en-US" sz="2000" dirty="0">
                <a:solidFill>
                  <a:srgbClr val="010203"/>
                </a:solidFill>
                <a:latin typeface="+mj-lt"/>
              </a:rPr>
              <a:t>-Harness the full power of Git and Mercurial in a beautifully simple desktop application.</a:t>
            </a:r>
          </a:p>
        </p:txBody>
      </p:sp>
      <p:pic>
        <p:nvPicPr>
          <p:cNvPr id="1026" name="Picture 2" descr="Image result for bitbucket logo png">
            <a:extLst>
              <a:ext uri="{FF2B5EF4-FFF2-40B4-BE49-F238E27FC236}">
                <a16:creationId xmlns:a16="http://schemas.microsoft.com/office/drawing/2014/main" id="{3FCD1322-1ADB-4E96-9112-602C6F8AFC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8496" y="4231268"/>
            <a:ext cx="5184648" cy="24483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06526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mage result for bitbucket projects DASHBOARD">
            <a:extLst>
              <a:ext uri="{FF2B5EF4-FFF2-40B4-BE49-F238E27FC236}">
                <a16:creationId xmlns:a16="http://schemas.microsoft.com/office/drawing/2014/main" id="{3159655D-B6DD-4C2A-848F-C901E789E2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5792" y="1410892"/>
            <a:ext cx="7484364" cy="498957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t>BITBUCKET</a:t>
            </a:r>
          </a:p>
        </p:txBody>
      </p:sp>
      <p:sp>
        <p:nvSpPr>
          <p:cNvPr id="3" name="Text Placeholder 2"/>
          <p:cNvSpPr>
            <a:spLocks noGrp="1"/>
          </p:cNvSpPr>
          <p:nvPr>
            <p:ph type="body" sz="quarter" idx="10"/>
          </p:nvPr>
        </p:nvSpPr>
        <p:spPr/>
        <p:txBody>
          <a:bodyPr/>
          <a:lstStyle/>
          <a:p>
            <a:r>
              <a:rPr lang="en-US" dirty="0"/>
              <a:t>Project Dashboard</a:t>
            </a:r>
          </a:p>
        </p:txBody>
      </p:sp>
      <p:sp>
        <p:nvSpPr>
          <p:cNvPr id="4" name="Footer Placeholder 3"/>
          <p:cNvSpPr>
            <a:spLocks noGrp="1"/>
          </p:cNvSpPr>
          <p:nvPr>
            <p:ph type="ftr" sz="quarter" idx="3"/>
          </p:nvPr>
        </p:nvSpPr>
        <p:spPr/>
        <p:txBody>
          <a:bodyPr/>
          <a:lstStyle/>
          <a:p>
            <a:r>
              <a:rPr lang="en-US"/>
              <a:t>Copyright © 2017 Accenture  All rights reserved.</a:t>
            </a:r>
            <a:endParaRPr lang="en-US" dirty="0"/>
          </a:p>
        </p:txBody>
      </p:sp>
      <p:sp>
        <p:nvSpPr>
          <p:cNvPr id="5" name="Slide Number Placeholder 4"/>
          <p:cNvSpPr>
            <a:spLocks noGrp="1"/>
          </p:cNvSpPr>
          <p:nvPr>
            <p:ph type="sldNum" sz="quarter" idx="4"/>
          </p:nvPr>
        </p:nvSpPr>
        <p:spPr/>
        <p:txBody>
          <a:bodyPr/>
          <a:lstStyle/>
          <a:p>
            <a:fld id="{4F9AC08D-23A9-440E-BCB9-AA1E9877CC38}" type="slidenum">
              <a:rPr lang="en-US" smtClean="0"/>
              <a:pPr/>
              <a:t>15</a:t>
            </a:fld>
            <a:endParaRPr lang="en-US" dirty="0"/>
          </a:p>
        </p:txBody>
      </p:sp>
    </p:spTree>
    <p:extLst>
      <p:ext uri="{BB962C8B-B14F-4D97-AF65-F5344CB8AC3E}">
        <p14:creationId xmlns:p14="http://schemas.microsoft.com/office/powerpoint/2010/main" val="398454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BITBUCKET</a:t>
            </a:r>
          </a:p>
        </p:txBody>
      </p:sp>
      <p:sp>
        <p:nvSpPr>
          <p:cNvPr id="3" name="Text Placeholder 2"/>
          <p:cNvSpPr>
            <a:spLocks noGrp="1"/>
          </p:cNvSpPr>
          <p:nvPr>
            <p:ph type="body" sz="quarter" idx="10"/>
          </p:nvPr>
        </p:nvSpPr>
        <p:spPr/>
        <p:txBody>
          <a:bodyPr/>
          <a:lstStyle/>
          <a:p>
            <a:r>
              <a:rPr lang="en-US" dirty="0"/>
              <a:t>References</a:t>
            </a:r>
          </a:p>
        </p:txBody>
      </p:sp>
      <p:sp>
        <p:nvSpPr>
          <p:cNvPr id="4" name="Footer Placeholder 3"/>
          <p:cNvSpPr>
            <a:spLocks noGrp="1"/>
          </p:cNvSpPr>
          <p:nvPr>
            <p:ph type="ftr" sz="quarter" idx="3"/>
          </p:nvPr>
        </p:nvSpPr>
        <p:spPr/>
        <p:txBody>
          <a:bodyPr/>
          <a:lstStyle/>
          <a:p>
            <a:r>
              <a:rPr lang="en-US"/>
              <a:t>Copyright © 2017 Accenture  All rights reserved.</a:t>
            </a:r>
            <a:endParaRPr lang="en-US" dirty="0"/>
          </a:p>
        </p:txBody>
      </p:sp>
      <p:sp>
        <p:nvSpPr>
          <p:cNvPr id="5" name="Slide Number Placeholder 4"/>
          <p:cNvSpPr>
            <a:spLocks noGrp="1"/>
          </p:cNvSpPr>
          <p:nvPr>
            <p:ph type="sldNum" sz="quarter" idx="4"/>
          </p:nvPr>
        </p:nvSpPr>
        <p:spPr/>
        <p:txBody>
          <a:bodyPr/>
          <a:lstStyle/>
          <a:p>
            <a:fld id="{4F9AC08D-23A9-440E-BCB9-AA1E9877CC38}" type="slidenum">
              <a:rPr lang="en-US" smtClean="0"/>
              <a:pPr/>
              <a:t>16</a:t>
            </a:fld>
            <a:endParaRPr lang="en-US" dirty="0"/>
          </a:p>
        </p:txBody>
      </p:sp>
      <p:sp>
        <p:nvSpPr>
          <p:cNvPr id="7" name="Content Placeholder 2">
            <a:extLst>
              <a:ext uri="{FF2B5EF4-FFF2-40B4-BE49-F238E27FC236}">
                <a16:creationId xmlns:a16="http://schemas.microsoft.com/office/drawing/2014/main" id="{9C6A58B8-466D-403F-B130-88672283697E}"/>
              </a:ext>
            </a:extLst>
          </p:cNvPr>
          <p:cNvSpPr txBox="1">
            <a:spLocks/>
          </p:cNvSpPr>
          <p:nvPr/>
        </p:nvSpPr>
        <p:spPr>
          <a:xfrm>
            <a:off x="628650" y="1825625"/>
            <a:ext cx="7886700" cy="4351338"/>
          </a:xfrm>
          <a:prstGeom prst="rect">
            <a:avLst/>
          </a:prstGeom>
        </p:spPr>
        <p:txBody>
          <a:bodyPr/>
          <a:lstStyle>
            <a:lvl1pPr marL="55561" indent="0" algn="l" defTabSz="914377" rtl="0" eaLnBrk="1" latinLnBrk="0" hangingPunct="1">
              <a:lnSpc>
                <a:spcPct val="85000"/>
              </a:lnSpc>
              <a:spcBef>
                <a:spcPts val="0"/>
              </a:spcBef>
              <a:spcAft>
                <a:spcPts val="1200"/>
              </a:spcAft>
              <a:buFont typeface="Arial" panose="020B0604020202020204" pitchFamily="34" charset="0"/>
              <a:buNone/>
              <a:defRPr lang="en-US" sz="2000" b="1" kern="1200" cap="none" baseline="0" dirty="0">
                <a:solidFill>
                  <a:schemeClr val="bg1">
                    <a:lumMod val="65000"/>
                    <a:lumOff val="35000"/>
                  </a:schemeClr>
                </a:solidFill>
                <a:latin typeface="+mn-lt"/>
                <a:ea typeface="+mn-ea"/>
                <a:cs typeface="+mn-cs"/>
              </a:defRPr>
            </a:lvl1pPr>
            <a:lvl2pPr marL="285744" indent="-230182" algn="l" defTabSz="914377" rtl="0" eaLnBrk="1" latinLnBrk="0" hangingPunct="1">
              <a:lnSpc>
                <a:spcPct val="100000"/>
              </a:lnSpc>
              <a:spcBef>
                <a:spcPts val="0"/>
              </a:spcBef>
              <a:spcAft>
                <a:spcPts val="1200"/>
              </a:spcAft>
              <a:buFont typeface="Arial" panose="020B0604020202020204" pitchFamily="34" charset="0"/>
              <a:buChar char="•"/>
              <a:defRPr sz="1800" kern="1200">
                <a:solidFill>
                  <a:schemeClr val="bg1"/>
                </a:solidFill>
                <a:latin typeface="+mn-lt"/>
                <a:ea typeface="+mn-ea"/>
                <a:cs typeface="+mn-cs"/>
              </a:defRPr>
            </a:lvl2pPr>
            <a:lvl3pPr marL="514338" indent="-230182" algn="l" defTabSz="914377" rtl="0" eaLnBrk="1" latinLnBrk="0" hangingPunct="1">
              <a:lnSpc>
                <a:spcPct val="110000"/>
              </a:lnSpc>
              <a:spcBef>
                <a:spcPts val="0"/>
              </a:spcBef>
              <a:spcAft>
                <a:spcPts val="600"/>
              </a:spcAft>
              <a:buFont typeface="Graphik" panose="020B0503030202060203" pitchFamily="34" charset="0"/>
              <a:buChar char="–"/>
              <a:defRPr sz="1400" kern="1200">
                <a:solidFill>
                  <a:schemeClr val="bg1"/>
                </a:solidFill>
                <a:latin typeface="+mn-lt"/>
                <a:ea typeface="+mn-ea"/>
                <a:cs typeface="+mn-cs"/>
              </a:defRPr>
            </a:lvl3pPr>
            <a:lvl4pPr marL="685783" indent="-171446" algn="l" defTabSz="914377" rtl="0" eaLnBrk="1" latinLnBrk="0" hangingPunct="1">
              <a:lnSpc>
                <a:spcPct val="11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57229"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1028674" indent="-17303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6pPr>
            <a:lvl7pPr marL="55561"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55561"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55561"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marL="398461" indent="-342900">
              <a:buFont typeface="Arial" panose="020B0604020202020204" pitchFamily="34" charset="0"/>
              <a:buChar char="•"/>
            </a:pPr>
            <a:r>
              <a:rPr lang="en-US" b="0" dirty="0">
                <a:solidFill>
                  <a:schemeClr val="bg1"/>
                </a:solidFill>
                <a:hlinkClick r:id="rId2"/>
              </a:rPr>
              <a:t>https://bitbucket.org/</a:t>
            </a:r>
            <a:endParaRPr lang="en-US" b="0" dirty="0">
              <a:solidFill>
                <a:schemeClr val="bg1"/>
              </a:solidFill>
            </a:endParaRPr>
          </a:p>
          <a:p>
            <a:pPr marL="398461" indent="-342900">
              <a:buFont typeface="Arial" panose="020B0604020202020204" pitchFamily="34" charset="0"/>
              <a:buChar char="•"/>
            </a:pPr>
            <a:endParaRPr lang="en-US" b="0" dirty="0">
              <a:solidFill>
                <a:schemeClr val="bg1"/>
              </a:solidFill>
            </a:endParaRPr>
          </a:p>
          <a:p>
            <a:pPr marL="398461" indent="-342900">
              <a:buFont typeface="Arial" panose="020B0604020202020204" pitchFamily="34" charset="0"/>
              <a:buChar char="•"/>
            </a:pPr>
            <a:r>
              <a:rPr lang="en-US" b="0" dirty="0">
                <a:solidFill>
                  <a:schemeClr val="bg1"/>
                </a:solidFill>
                <a:hlinkClick r:id="rId3"/>
              </a:rPr>
              <a:t>https://bitbucket.org/product/features</a:t>
            </a:r>
            <a:endParaRPr lang="en-US" b="0" dirty="0">
              <a:solidFill>
                <a:schemeClr val="bg1"/>
              </a:solidFill>
            </a:endParaRPr>
          </a:p>
          <a:p>
            <a:pPr marL="398461" indent="-342900">
              <a:buFont typeface="Arial" panose="020B0604020202020204" pitchFamily="34" charset="0"/>
              <a:buChar char="•"/>
            </a:pPr>
            <a:endParaRPr lang="en-US" b="0" dirty="0">
              <a:solidFill>
                <a:schemeClr val="bg1"/>
              </a:solidFill>
            </a:endParaRPr>
          </a:p>
          <a:p>
            <a:pPr marL="398461" indent="-342900">
              <a:buFont typeface="Arial" panose="020B0604020202020204" pitchFamily="34" charset="0"/>
              <a:buChar char="•"/>
            </a:pPr>
            <a:endParaRPr lang="en-US" b="0" dirty="0">
              <a:solidFill>
                <a:schemeClr val="bg1"/>
              </a:solidFill>
            </a:endParaRPr>
          </a:p>
        </p:txBody>
      </p:sp>
    </p:spTree>
    <p:extLst>
      <p:ext uri="{BB962C8B-B14F-4D97-AF65-F5344CB8AC3E}">
        <p14:creationId xmlns:p14="http://schemas.microsoft.com/office/powerpoint/2010/main" val="2058303759"/>
      </p:ext>
    </p:extLst>
  </p:cSld>
  <p:clrMapOvr>
    <a:masterClrMapping/>
  </p:clrMapOvr>
</p:sld>
</file>

<file path=ppt/theme/theme1.xml><?xml version="1.0" encoding="utf-8"?>
<a:theme xmlns:a="http://schemas.openxmlformats.org/drawingml/2006/main" name="MAIN MASTER - BLACK">
  <a:themeElements>
    <a:clrScheme name="Operations">
      <a:dk1>
        <a:sysClr val="windowText" lastClr="000000"/>
      </a:dk1>
      <a:lt1>
        <a:sysClr val="window" lastClr="FFFFFF"/>
      </a:lt1>
      <a:dk2>
        <a:srgbClr val="595959"/>
      </a:dk2>
      <a:lt2>
        <a:srgbClr val="D8D8D8"/>
      </a:lt2>
      <a:accent1>
        <a:srgbClr val="00F3FF"/>
      </a:accent1>
      <a:accent2>
        <a:srgbClr val="00BAFF"/>
      </a:accent2>
      <a:accent3>
        <a:srgbClr val="008EFF"/>
      </a:accent3>
      <a:accent4>
        <a:srgbClr val="004DFF"/>
      </a:accent4>
      <a:accent5>
        <a:srgbClr val="2800FF"/>
      </a:accent5>
      <a:accent6>
        <a:srgbClr val="000088"/>
      </a:accent6>
      <a:hlink>
        <a:srgbClr val="2800FF"/>
      </a:hlink>
      <a:folHlink>
        <a:srgbClr val="7E00FF"/>
      </a:folHlink>
    </a:clrScheme>
    <a:fontScheme name="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45720" rtlCol="0">
        <a:spAutoFit/>
      </a:bodyPr>
      <a:lstStyle>
        <a:defPPr>
          <a:defRPr sz="1600" dirty="0"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Presentation1" id="{3AF425F2-D110-4AD7-9186-046FD1A1BA59}" vid="{0A93B61A-D5CB-4DDA-AA86-286514324FB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D18B4BFBE44CB4787AA86045C9A6063" ma:contentTypeVersion="10" ma:contentTypeDescription="Create a new document." ma:contentTypeScope="" ma:versionID="907aab2d9ea0650ff8ff7406fdc26b47">
  <xsd:schema xmlns:xsd="http://www.w3.org/2001/XMLSchema" xmlns:xs="http://www.w3.org/2001/XMLSchema" xmlns:p="http://schemas.microsoft.com/office/2006/metadata/properties" xmlns:ns2="9b901641-0d09-466e-84cb-a5070d83a351" xmlns:ns3="654ae466-f20b-489a-860c-ab06bbeb57a1" targetNamespace="http://schemas.microsoft.com/office/2006/metadata/properties" ma:root="true" ma:fieldsID="b5ccca5cb7444fd9b29b3d642876a9f6" ns2:_="" ns3:_="">
    <xsd:import namespace="9b901641-0d09-466e-84cb-a5070d83a351"/>
    <xsd:import namespace="654ae466-f20b-489a-860c-ab06bbeb57a1"/>
    <xsd:element name="properties">
      <xsd:complexType>
        <xsd:sequence>
          <xsd:element name="documentManagement">
            <xsd:complexType>
              <xsd:all>
                <xsd:element ref="ns2:SharedWithUsers" minOccurs="0"/>
                <xsd:element ref="ns2:SharedWithDetails" minOccurs="0"/>
                <xsd:element ref="ns2:LastSharedByUser" minOccurs="0"/>
                <xsd:element ref="ns2:LastSharedByTime" minOccurs="0"/>
                <xsd:element ref="ns3:MediaServiceMetadata" minOccurs="0"/>
                <xsd:element ref="ns3:MediaServiceFastMetadata" minOccurs="0"/>
                <xsd:element ref="ns3:MediaServiceAutoTags" minOccurs="0"/>
                <xsd:element ref="ns3:MediaServiceOCR" minOccurs="0"/>
                <xsd:element ref="ns3:MediaServiceEventHashCode" minOccurs="0"/>
                <xsd:element ref="ns3:MediaServiceGenerationTi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b901641-0d09-466e-84cb-a5070d83a351"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LastSharedByUser" ma:index="10" nillable="true" ma:displayName="Last Shared By User" ma:description="" ma:internalName="LastSharedByUser" ma:readOnly="true">
      <xsd:simpleType>
        <xsd:restriction base="dms:Note">
          <xsd:maxLength value="255"/>
        </xsd:restriction>
      </xsd:simpleType>
    </xsd:element>
    <xsd:element name="LastSharedByTime" ma:index="11" nillable="true" ma:displayName="Last Shared By Time" ma:description=""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654ae466-f20b-489a-860c-ab06bbeb57a1" elementFormDefault="qualified">
    <xsd:import namespace="http://schemas.microsoft.com/office/2006/documentManagement/types"/>
    <xsd:import namespace="http://schemas.microsoft.com/office/infopath/2007/PartnerControls"/>
    <xsd:element name="MediaServiceMetadata" ma:index="12" nillable="true" ma:displayName="MediaServiceMetadata" ma:description="" ma:hidden="true" ma:internalName="MediaServiceMetadata" ma:readOnly="true">
      <xsd:simpleType>
        <xsd:restriction base="dms:Note"/>
      </xsd:simpleType>
    </xsd:element>
    <xsd:element name="MediaServiceFastMetadata" ma:index="13" nillable="true" ma:displayName="MediaServiceFastMetadata" ma:description="" ma:hidden="true" ma:internalName="MediaServiceFastMetadata" ma:readOnly="true">
      <xsd:simpleType>
        <xsd:restriction base="dms:Note"/>
      </xsd:simpleType>
    </xsd:element>
    <xsd:element name="MediaServiceAutoTags" ma:index="14" nillable="true" ma:displayName="MediaServiceAutoTags" ma:internalName="MediaServiceAutoTags"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8F003E6-6739-431A-BAB4-4A2466BB863E}"/>
</file>

<file path=customXml/itemProps2.xml><?xml version="1.0" encoding="utf-8"?>
<ds:datastoreItem xmlns:ds="http://schemas.openxmlformats.org/officeDocument/2006/customXml" ds:itemID="{1A536F09-D9CD-41CE-B969-664A497D3094}"/>
</file>

<file path=customXml/itemProps3.xml><?xml version="1.0" encoding="utf-8"?>
<ds:datastoreItem xmlns:ds="http://schemas.openxmlformats.org/officeDocument/2006/customXml" ds:itemID="{F8FD49DB-0C32-47CE-B20E-72E1368701FA}"/>
</file>

<file path=docProps/app.xml><?xml version="1.0" encoding="utf-8"?>
<Properties xmlns="http://schemas.openxmlformats.org/officeDocument/2006/extended-properties" xmlns:vt="http://schemas.openxmlformats.org/officeDocument/2006/docPropsVTypes">
  <Template>Accenture_Master_Graphik_012017</Template>
  <TotalTime>1005</TotalTime>
  <Words>941</Words>
  <Application>Microsoft Office PowerPoint</Application>
  <PresentationFormat>Widescreen</PresentationFormat>
  <Paragraphs>129</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Graphik Black</vt:lpstr>
      <vt:lpstr>Graphik</vt:lpstr>
      <vt:lpstr>MAIN MASTER - BLACK</vt:lpstr>
      <vt:lpstr>bitbucket</vt:lpstr>
      <vt:lpstr>Bitbucket</vt:lpstr>
      <vt:lpstr>Bitbucket</vt:lpstr>
      <vt:lpstr>Bitbucket</vt:lpstr>
      <vt:lpstr>Bitbucket</vt:lpstr>
      <vt:lpstr>Bitbucket</vt:lpstr>
      <vt:lpstr>Bitbucket</vt:lpstr>
      <vt:lpstr>Bitbucket</vt:lpstr>
      <vt:lpstr>Bitbucket</vt:lpstr>
      <vt:lpstr>Bitbucket</vt:lpstr>
      <vt:lpstr>Bitbucket</vt:lpstr>
      <vt:lpstr>Bitbucket</vt:lpstr>
      <vt:lpstr>Bitbucket</vt:lpstr>
      <vt:lpstr>Bitbucket</vt:lpstr>
      <vt:lpstr>BITBUCKET</vt:lpstr>
      <vt:lpstr>BITBUCKET</vt:lpstr>
    </vt:vector>
  </TitlesOfParts>
  <Company>Accenture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our new template</dc:title>
  <dc:creator>Tiamzon, Alvin P.</dc:creator>
  <cp:lastModifiedBy>Manlapaz, Mirasol S.</cp:lastModifiedBy>
  <cp:revision>125</cp:revision>
  <dcterms:created xsi:type="dcterms:W3CDTF">2017-01-25T12:18:18Z</dcterms:created>
  <dcterms:modified xsi:type="dcterms:W3CDTF">2017-10-23T11:00:52Z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0x0101003D18B4BFBE44CB4787AA86045C9A6063</vt:lpwstr>
  </property>
  <property fmtid="{D5CDD505-2E9C-101B-9397-08002B2CF9AE}" pid="3" name="Order">
    <vt:r8>154400</vt:r8>
  </property>
  <property fmtid="{D5CDD505-2E9C-101B-9397-08002B2CF9AE}" pid="4" name="xd_ProgID">
    <vt:lpwstr/>
  </property>
  <property fmtid="{D5CDD505-2E9C-101B-9397-08002B2CF9AE}" pid="5" name="_CopySource">
    <vt:lpwstr>https://ts.accenture.com/sites/pdcdevelopmentcontrolservices/DevOps/DevOps/Training and Enablement Tower/Training Materials/DTS Bootcamp - Revised/Archived(8-2-2018)/DAY 3-4/BITBUCKET.PPTX</vt:lpwstr>
  </property>
  <property fmtid="{D5CDD505-2E9C-101B-9397-08002B2CF9AE}" pid="6" name="_SourceUrl">
    <vt:lpwstr/>
  </property>
  <property fmtid="{D5CDD505-2E9C-101B-9397-08002B2CF9AE}" pid="7" name="_SharedFileIndex">
    <vt:lpwstr/>
  </property>
  <property fmtid="{D5CDD505-2E9C-101B-9397-08002B2CF9AE}" pid="8" name="TemplateUrl">
    <vt:lpwstr/>
  </property>
</Properties>
</file>